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2"/>
    <p:sldMasterId id="2147483670" r:id="rId3"/>
  </p:sldMasterIdLst>
  <p:notesMasterIdLst>
    <p:notesMasterId r:id="rId7"/>
  </p:notesMasterIdLst>
  <p:sldIdLst>
    <p:sldId id="980" r:id="rId4"/>
    <p:sldId id="273" r:id="rId5"/>
    <p:sldId id="97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pos="234">
          <p15:clr>
            <a:srgbClr val="A4A3A4"/>
          </p15:clr>
        </p15:guide>
        <p15:guide id="4" pos="7355">
          <p15:clr>
            <a:srgbClr val="A4A3A4"/>
          </p15:clr>
        </p15:guide>
        <p15:guide id="5" orient="horz" pos="232">
          <p15:clr>
            <a:srgbClr val="A4A3A4"/>
          </p15:clr>
        </p15:guide>
        <p15:guide id="6" orient="horz" pos="1480">
          <p15:clr>
            <a:srgbClr val="A4A3A4"/>
          </p15:clr>
        </p15:guide>
        <p15:guide id="7" pos="3409">
          <p15:clr>
            <a:srgbClr val="A4A3A4"/>
          </p15:clr>
        </p15:guide>
        <p15:guide id="8" orient="horz" pos="958">
          <p15:clr>
            <a:srgbClr val="A4A3A4"/>
          </p15:clr>
        </p15:guide>
        <p15:guide id="9" pos="5405">
          <p15:clr>
            <a:srgbClr val="A4A3A4"/>
          </p15:clr>
        </p15:guide>
        <p15:guide id="10" orient="horz" pos="3362">
          <p15:clr>
            <a:srgbClr val="A4A3A4"/>
          </p15:clr>
        </p15:guide>
        <p15:guide id="11" pos="302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jN9b1h68SisCmlXW9FwD4ZBQ4w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638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372161-DF5E-484C-9B66-809ED62CE1CC}" v="1" dt="2025-11-07T01:22:34.610"/>
  </p1510:revLst>
</p1510:revInfo>
</file>

<file path=ppt/tableStyles.xml><?xml version="1.0" encoding="utf-8"?>
<a:tblStyleLst xmlns:a="http://schemas.openxmlformats.org/drawingml/2006/main" def="{929ED50C-EF4A-4DDD-A8FF-3DCA552A884B}">
  <a:tblStyle styleId="{929ED50C-EF4A-4DDD-A8FF-3DCA552A884B}" styleName="Table_0">
    <a:wholeTbl>
      <a:tcTxStyle b="off" i="off">
        <a:font>
          <a:latin typeface="Manrope Light"/>
          <a:ea typeface="Manrope Light"/>
          <a:cs typeface="Manrope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7FD"/>
          </a:solidFill>
        </a:fill>
      </a:tcStyle>
    </a:wholeTbl>
    <a:band1H>
      <a:tcTxStyle/>
      <a:tcStyle>
        <a:tcBdr/>
        <a:fill>
          <a:solidFill>
            <a:srgbClr val="DDCB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CB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Manrope Light"/>
          <a:ea typeface="Manrope Light"/>
          <a:cs typeface="Manrope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Manrope Light"/>
          <a:ea typeface="Manrope Light"/>
          <a:cs typeface="Manrope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Manrope Light"/>
          <a:ea typeface="Manrope Light"/>
          <a:cs typeface="Manrope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Manrope Light"/>
          <a:ea typeface="Manrope Light"/>
          <a:cs typeface="Manrope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21" autoAdjust="0"/>
    <p:restoredTop sz="96652" autoAdjust="0"/>
  </p:normalViewPr>
  <p:slideViewPr>
    <p:cSldViewPr snapToGrid="0">
      <p:cViewPr varScale="1">
        <p:scale>
          <a:sx n="74" d="100"/>
          <a:sy n="74" d="100"/>
        </p:scale>
        <p:origin x="488" y="56"/>
      </p:cViewPr>
      <p:guideLst>
        <p:guide orient="horz" pos="2137"/>
        <p:guide pos="3840"/>
        <p:guide pos="234"/>
        <p:guide pos="7355"/>
        <p:guide orient="horz" pos="232"/>
        <p:guide orient="horz" pos="1480"/>
        <p:guide pos="3409"/>
        <p:guide orient="horz" pos="958"/>
        <p:guide pos="5405"/>
        <p:guide orient="horz" pos="3362"/>
        <p:guide pos="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Master" Target="slideMasters/slideMaster2.xml"/><Relationship Id="rId34" Type="http://schemas.microsoft.com/office/2015/10/relationships/revisionInfo" Target="revisionInfo.xml"/><Relationship Id="rId7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28" Type="http://customschemas.google.com/relationships/presentationmetadata" Target="metadata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, Xiao Hui (SI B S PTM DS J2)" userId="09353c88-3592-43fb-8785-9173b5165d32" providerId="ADAL" clId="{B8FF01AD-2BE2-4B58-8036-52CC60554AA0}"/>
    <pc:docChg chg="addSld modSld sldOrd">
      <pc:chgData name="Dai, Xiao Hui (SI B S PTM DS J2)" userId="09353c88-3592-43fb-8785-9173b5165d32" providerId="ADAL" clId="{B8FF01AD-2BE2-4B58-8036-52CC60554AA0}" dt="2025-11-07T01:22:38.717" v="2"/>
      <pc:docMkLst>
        <pc:docMk/>
      </pc:docMkLst>
      <pc:sldChg chg="add ord">
        <pc:chgData name="Dai, Xiao Hui (SI B S PTM DS J2)" userId="09353c88-3592-43fb-8785-9173b5165d32" providerId="ADAL" clId="{B8FF01AD-2BE2-4B58-8036-52CC60554AA0}" dt="2025-11-07T01:22:38.717" v="2"/>
        <pc:sldMkLst>
          <pc:docMk/>
          <pc:sldMk cId="0" sldId="9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SemiBold" pitchFamily="2" charset="0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SemiBold" pitchFamily="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Manrope SemiBold" pitchFamily="2" charset="0"/>
              </a:rPr>
              <a:t>2</a:t>
            </a:fld>
            <a:endParaRPr dirty="0">
              <a:latin typeface="Manrope SemiBold" pitchFamily="2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46924B3-0273-6D27-C2FF-00328A9C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8:notes">
            <a:extLst>
              <a:ext uri="{FF2B5EF4-FFF2-40B4-BE49-F238E27FC236}">
                <a16:creationId xmlns:a16="http://schemas.microsoft.com/office/drawing/2014/main" id="{9097CD21-597C-2259-E974-DF2C6E4132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18:notes">
            <a:extLst>
              <a:ext uri="{FF2B5EF4-FFF2-40B4-BE49-F238E27FC236}">
                <a16:creationId xmlns:a16="http://schemas.microsoft.com/office/drawing/2014/main" id="{5BBF01CC-21DE-32F8-FEB5-36936F21BE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8:notes">
            <a:extLst>
              <a:ext uri="{FF2B5EF4-FFF2-40B4-BE49-F238E27FC236}">
                <a16:creationId xmlns:a16="http://schemas.microsoft.com/office/drawing/2014/main" id="{3760A668-2438-CE97-9994-AFF92E447E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Manrope SemiBold" pitchFamily="2" charset="0"/>
              </a:rPr>
              <a:t>3</a:t>
            </a:fld>
            <a:endParaRPr dirty="0">
              <a:latin typeface="Manrope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259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8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8.emf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389626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anrope SemiBold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Blue">
  <p:cSld name="Title Slide Blue">
    <p:bg>
      <p:bgPr>
        <a:solidFill>
          <a:schemeClr val="dk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>
            <a:spLocks noGrp="1"/>
          </p:cNvSpPr>
          <p:nvPr>
            <p:ph type="pic" idx="2"/>
          </p:nvPr>
        </p:nvSpPr>
        <p:spPr>
          <a:xfrm>
            <a:off x="0" y="537807"/>
            <a:ext cx="6291263" cy="312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5" name="Google Shape;55;p30"/>
          <p:cNvSpPr>
            <a:spLocks noGrp="1"/>
          </p:cNvSpPr>
          <p:nvPr>
            <p:ph type="pic" idx="3"/>
          </p:nvPr>
        </p:nvSpPr>
        <p:spPr>
          <a:xfrm>
            <a:off x="6291073" y="537807"/>
            <a:ext cx="4462271" cy="312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6" name="Google Shape;56;p30"/>
          <p:cNvSpPr txBox="1">
            <a:spLocks noGrp="1"/>
          </p:cNvSpPr>
          <p:nvPr>
            <p:ph type="ctrTitle"/>
          </p:nvPr>
        </p:nvSpPr>
        <p:spPr>
          <a:xfrm>
            <a:off x="471376" y="5190677"/>
            <a:ext cx="10281968" cy="136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57" name="Google Shape;5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01097" y="5721537"/>
            <a:ext cx="2755631" cy="100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82970">
            <a:off x="3032724" y="-1093645"/>
            <a:ext cx="3815337" cy="10165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Divider Slide">
  <p:cSld name="Section Divider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>
            <a:spLocks noGrp="1"/>
          </p:cNvSpPr>
          <p:nvPr>
            <p:ph type="pic" idx="2"/>
          </p:nvPr>
        </p:nvSpPr>
        <p:spPr>
          <a:xfrm>
            <a:off x="0" y="537807"/>
            <a:ext cx="6291263" cy="312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1" name="Google Shape;61;p31"/>
          <p:cNvSpPr>
            <a:spLocks noGrp="1"/>
          </p:cNvSpPr>
          <p:nvPr>
            <p:ph type="pic" idx="3"/>
          </p:nvPr>
        </p:nvSpPr>
        <p:spPr>
          <a:xfrm>
            <a:off x="6291073" y="537807"/>
            <a:ext cx="4462271" cy="312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2" name="Google Shape;62;p31"/>
          <p:cNvSpPr txBox="1">
            <a:spLocks noGrp="1"/>
          </p:cNvSpPr>
          <p:nvPr>
            <p:ph type="ctrTitle"/>
          </p:nvPr>
        </p:nvSpPr>
        <p:spPr>
          <a:xfrm>
            <a:off x="471376" y="5190677"/>
            <a:ext cx="9144000" cy="136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63" name="Google Shape;6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92108" y="5723184"/>
            <a:ext cx="2785923" cy="1016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82970">
            <a:off x="3032724" y="-1093645"/>
            <a:ext cx="3815337" cy="10165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 Section Divider Slide">
  <p:cSld name="Full Image Section Divider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7" name="Google Shape;67;p32"/>
          <p:cNvSpPr txBox="1">
            <a:spLocks noGrp="1"/>
          </p:cNvSpPr>
          <p:nvPr>
            <p:ph type="title"/>
          </p:nvPr>
        </p:nvSpPr>
        <p:spPr>
          <a:xfrm>
            <a:off x="729868" y="723014"/>
            <a:ext cx="5366132" cy="2705986"/>
          </a:xfrm>
          <a:prstGeom prst="rect">
            <a:avLst/>
          </a:prstGeom>
          <a:gradFill>
            <a:gsLst>
              <a:gs pos="0">
                <a:srgbClr val="00CCFF">
                  <a:alpha val="63921"/>
                </a:srgbClr>
              </a:gs>
              <a:gs pos="27000">
                <a:srgbClr val="3488B2">
                  <a:alpha val="68627"/>
                </a:srgbClr>
              </a:gs>
              <a:gs pos="60000">
                <a:srgbClr val="6551D3">
                  <a:alpha val="77647"/>
                </a:srgbClr>
              </a:gs>
              <a:gs pos="84000">
                <a:srgbClr val="7E35E3">
                  <a:alpha val="75686"/>
                </a:srgbClr>
              </a:gs>
              <a:gs pos="100000">
                <a:srgbClr val="D5A1FB">
                  <a:alpha val="80784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180000" tIns="180000" rIns="180000" bIns="1800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32"/>
          <p:cNvSpPr txBox="1"/>
          <p:nvPr/>
        </p:nvSpPr>
        <p:spPr>
          <a:xfrm>
            <a:off x="11364794" y="6492875"/>
            <a:ext cx="7112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|</a:t>
            </a:r>
            <a:endParaRPr sz="100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page image text slide">
  <p:cSld name="Half page image text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>
            <a:off x="6539023" y="1605515"/>
            <a:ext cx="5337543" cy="501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anrope SemiBold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Google Shape;71;p33"/>
          <p:cNvSpPr>
            <a:spLocks noGrp="1"/>
          </p:cNvSpPr>
          <p:nvPr>
            <p:ph type="pic" idx="2"/>
          </p:nvPr>
        </p:nvSpPr>
        <p:spPr>
          <a:xfrm>
            <a:off x="0" y="1063625"/>
            <a:ext cx="6096000" cy="5794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2" name="Google Shape;72;p33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 slide">
  <p:cSld name="Two column text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>
            <a:off x="38962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nrope SemiBold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5" name="Google Shape;75;p34"/>
          <p:cNvSpPr txBox="1">
            <a:spLocks noGrp="1"/>
          </p:cNvSpPr>
          <p:nvPr>
            <p:ph type="body" idx="2"/>
          </p:nvPr>
        </p:nvSpPr>
        <p:spPr>
          <a:xfrm>
            <a:off x="572362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nrope SemiBold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6" name="Google Shape;76;p34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ue text and half image slide">
  <p:cSld name="Blue text and half image slide">
    <p:bg>
      <p:bgPr>
        <a:solidFill>
          <a:schemeClr val="dk2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>
            <a:spLocks noGrp="1"/>
          </p:cNvSpPr>
          <p:nvPr>
            <p:ph type="pic" idx="2"/>
          </p:nvPr>
        </p:nvSpPr>
        <p:spPr>
          <a:xfrm>
            <a:off x="6390166" y="0"/>
            <a:ext cx="5801833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5033274" cy="142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80" name="Google Shape;80;p35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4338086" y="0"/>
            <a:ext cx="39357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5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ue text and half image slide">
  <p:cSld name="1_Blue text and half image slide">
    <p:bg>
      <p:bgPr>
        <a:solidFill>
          <a:schemeClr val="dk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"/>
          <p:cNvSpPr>
            <a:spLocks noGrp="1"/>
          </p:cNvSpPr>
          <p:nvPr>
            <p:ph type="pic" idx="2"/>
          </p:nvPr>
        </p:nvSpPr>
        <p:spPr>
          <a:xfrm>
            <a:off x="6390166" y="0"/>
            <a:ext cx="580183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4" name="Google Shape;84;p36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5033274" cy="142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85" name="Google Shape;85;p36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4338086" y="0"/>
            <a:ext cx="39357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6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text slide">
  <p:cSld name="Half text 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7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9" name="Google Shape;89;p37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ue swirl title page">
  <p:cSld name="Blue swirl title page">
    <p:bg>
      <p:bgPr>
        <a:solidFill>
          <a:schemeClr val="dk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8"/>
          <p:cNvSpPr txBox="1"/>
          <p:nvPr/>
        </p:nvSpPr>
        <p:spPr>
          <a:xfrm>
            <a:off x="5164455" y="6182105"/>
            <a:ext cx="6625590" cy="34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475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387B2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J2inn.com</a:t>
            </a:r>
            <a:endParaRPr sz="1800" dirty="0">
              <a:solidFill>
                <a:schemeClr val="dk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38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7776139" y="0"/>
            <a:ext cx="385670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087" y="515937"/>
            <a:ext cx="2751783" cy="10037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8"/>
          <p:cNvSpPr txBox="1">
            <a:spLocks noGrp="1"/>
          </p:cNvSpPr>
          <p:nvPr>
            <p:ph type="title"/>
          </p:nvPr>
        </p:nvSpPr>
        <p:spPr>
          <a:xfrm>
            <a:off x="559154" y="4507172"/>
            <a:ext cx="7265816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Blue swirl title page">
  <p:cSld name="3_Blue swirl title pag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9"/>
          <p:cNvSpPr txBox="1"/>
          <p:nvPr/>
        </p:nvSpPr>
        <p:spPr>
          <a:xfrm>
            <a:off x="9252158" y="6492875"/>
            <a:ext cx="1913255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J2 INNOVATIONS </a:t>
            </a:r>
            <a:endParaRPr sz="1000" dirty="0">
              <a:solidFill>
                <a:schemeClr val="dk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9"/>
          <p:cNvSpPr txBox="1"/>
          <p:nvPr/>
        </p:nvSpPr>
        <p:spPr>
          <a:xfrm>
            <a:off x="11364794" y="6492875"/>
            <a:ext cx="7112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|</a:t>
            </a:r>
            <a:endParaRPr sz="100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9"/>
          <p:cNvSpPr txBox="1"/>
          <p:nvPr/>
        </p:nvSpPr>
        <p:spPr>
          <a:xfrm>
            <a:off x="11676063" y="6492875"/>
            <a:ext cx="34544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 b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‹#›</a:t>
            </a:fld>
            <a:endParaRPr sz="1000" b="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_Blue swirl title page">
  <p:cSld name="6_Blue swirl title page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/>
          <p:nvPr/>
        </p:nvSpPr>
        <p:spPr>
          <a:xfrm>
            <a:off x="9732248" y="0"/>
            <a:ext cx="2481766" cy="6866467"/>
          </a:xfrm>
          <a:custGeom>
            <a:avLst/>
            <a:gdLst/>
            <a:ahLst/>
            <a:cxnLst/>
            <a:rect l="l" t="t" r="r" b="b"/>
            <a:pathLst>
              <a:path w="2481766" h="6866467" extrusionOk="0">
                <a:moveTo>
                  <a:pt x="463312" y="0"/>
                </a:moveTo>
                <a:lnTo>
                  <a:pt x="2461445" y="1694"/>
                </a:lnTo>
                <a:cubicBezTo>
                  <a:pt x="2461445" y="2293338"/>
                  <a:pt x="2481766" y="4574823"/>
                  <a:pt x="2481766" y="6866467"/>
                </a:cubicBezTo>
                <a:lnTo>
                  <a:pt x="166979" y="6858000"/>
                </a:lnTo>
                <a:cubicBezTo>
                  <a:pt x="484479" y="6400799"/>
                  <a:pt x="658046" y="5747456"/>
                  <a:pt x="674980" y="5367867"/>
                </a:cubicBezTo>
                <a:cubicBezTo>
                  <a:pt x="674981" y="4040011"/>
                  <a:pt x="212136" y="3060701"/>
                  <a:pt x="158513" y="2709334"/>
                </a:cubicBezTo>
                <a:cubicBezTo>
                  <a:pt x="59736" y="1782234"/>
                  <a:pt x="-37630" y="1686279"/>
                  <a:pt x="14581" y="965201"/>
                </a:cubicBezTo>
                <a:cubicBezTo>
                  <a:pt x="56914" y="389467"/>
                  <a:pt x="319379" y="101600"/>
                  <a:pt x="4633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0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02" name="Google Shape;102;p40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7735499" y="0"/>
            <a:ext cx="38567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0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4" name="Google Shape;104;p40"/>
          <p:cNvSpPr txBox="1"/>
          <p:nvPr/>
        </p:nvSpPr>
        <p:spPr>
          <a:xfrm>
            <a:off x="11364794" y="6492875"/>
            <a:ext cx="7112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|</a:t>
            </a:r>
            <a:endParaRPr sz="100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288"/>
              </a:buClr>
              <a:buSzPts val="2500"/>
              <a:buFont typeface="Arial"/>
              <a:buNone/>
              <a:defRPr sz="2500" b="0" i="0">
                <a:solidFill>
                  <a:srgbClr val="006288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>
  <p:cSld name="Free Conten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6109E37E-9218-4EE9-BA02-697299A510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9201716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6109E37E-9218-4EE9-BA02-697299A510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Google Shape;96;p51"/>
          <p:cNvSpPr txBox="1">
            <a:spLocks noGrp="1"/>
          </p:cNvSpPr>
          <p:nvPr>
            <p:ph type="title"/>
          </p:nvPr>
        </p:nvSpPr>
        <p:spPr>
          <a:xfrm>
            <a:off x="0" y="-1"/>
            <a:ext cx="12192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6400" tIns="432000" rIns="3384000" bIns="23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9215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ue swirl image title slide">
  <p:cSld name="Blue swirl image title slide">
    <p:bg>
      <p:bgPr>
        <a:solidFill>
          <a:schemeClr val="dk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2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6610868" y="2945"/>
            <a:ext cx="38567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2"/>
          <p:cNvSpPr>
            <a:spLocks noGrp="1"/>
          </p:cNvSpPr>
          <p:nvPr>
            <p:ph type="pic" idx="2"/>
          </p:nvPr>
        </p:nvSpPr>
        <p:spPr>
          <a:xfrm>
            <a:off x="0" y="537808"/>
            <a:ext cx="5981665" cy="289119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7" name="Google Shape;17;p22"/>
          <p:cNvSpPr>
            <a:spLocks noGrp="1"/>
          </p:cNvSpPr>
          <p:nvPr>
            <p:ph type="pic" idx="3"/>
          </p:nvPr>
        </p:nvSpPr>
        <p:spPr>
          <a:xfrm>
            <a:off x="5981665" y="537808"/>
            <a:ext cx="4242679" cy="289119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8" name="Google Shape;18;p22"/>
          <p:cNvSpPr txBox="1">
            <a:spLocks noGrp="1"/>
          </p:cNvSpPr>
          <p:nvPr>
            <p:ph type="ctrTitle"/>
          </p:nvPr>
        </p:nvSpPr>
        <p:spPr>
          <a:xfrm>
            <a:off x="440149" y="4417772"/>
            <a:ext cx="7831981" cy="68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9" name="Google Shape;1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01097" y="5721537"/>
            <a:ext cx="2755631" cy="100592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2"/>
          <p:cNvSpPr txBox="1">
            <a:spLocks noGrp="1"/>
          </p:cNvSpPr>
          <p:nvPr>
            <p:ph type="body" idx="1"/>
          </p:nvPr>
        </p:nvSpPr>
        <p:spPr>
          <a:xfrm>
            <a:off x="439738" y="5305245"/>
            <a:ext cx="7832725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>
                <a:solidFill>
                  <a:schemeClr val="accent3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•"/>
              <a:defRPr>
                <a:solidFill>
                  <a:schemeClr val="accent3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•"/>
              <a:defRPr>
                <a:solidFill>
                  <a:schemeClr val="accent3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•"/>
              <a:defRPr>
                <a:solidFill>
                  <a:schemeClr val="accent3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840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 type="obj">
  <p:cSld name="Text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389626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anrope SemiBold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452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Blue swirl title page">
  <p:cSld name="7_Blue swirl title page">
    <p:bg>
      <p:bgPr>
        <a:solidFill>
          <a:schemeClr val="dk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8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Blue swirl title page">
  <p:cSld name="2_Blue swirl title page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5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7776139" y="0"/>
            <a:ext cx="38567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5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310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y text slide 2 column">
  <p:cSld name="Copy text slide 2 colum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30;p26"/>
          <p:cNvSpPr txBox="1">
            <a:spLocks noGrp="1"/>
          </p:cNvSpPr>
          <p:nvPr>
            <p:ph type="body" idx="2"/>
          </p:nvPr>
        </p:nvSpPr>
        <p:spPr>
          <a:xfrm>
            <a:off x="6484938" y="1658937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702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ue swirl title page">
  <p:cSld name="1_Blue swirl title page">
    <p:bg>
      <p:bgPr>
        <a:solidFill>
          <a:schemeClr val="dk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7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7776139" y="0"/>
            <a:ext cx="38567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741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Blue swirl title page">
  <p:cSld name="4_Blue swirl title page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28"/>
          <p:cNvSpPr/>
          <p:nvPr/>
        </p:nvSpPr>
        <p:spPr>
          <a:xfrm>
            <a:off x="6383867" y="-8466"/>
            <a:ext cx="5814246" cy="6874933"/>
          </a:xfrm>
          <a:custGeom>
            <a:avLst/>
            <a:gdLst/>
            <a:ahLst/>
            <a:cxnLst/>
            <a:rect l="l" t="t" r="r" b="b"/>
            <a:pathLst>
              <a:path w="5814246" h="6874933" extrusionOk="0">
                <a:moveTo>
                  <a:pt x="463312" y="8466"/>
                </a:moveTo>
                <a:lnTo>
                  <a:pt x="5814245" y="0"/>
                </a:lnTo>
                <a:cubicBezTo>
                  <a:pt x="5814245" y="2291644"/>
                  <a:pt x="5814246" y="4583289"/>
                  <a:pt x="5814246" y="6874933"/>
                </a:cubicBezTo>
                <a:lnTo>
                  <a:pt x="166979" y="6866466"/>
                </a:lnTo>
                <a:cubicBezTo>
                  <a:pt x="484479" y="6409265"/>
                  <a:pt x="658046" y="5755922"/>
                  <a:pt x="674980" y="5376333"/>
                </a:cubicBezTo>
                <a:cubicBezTo>
                  <a:pt x="674981" y="4048477"/>
                  <a:pt x="212136" y="3069167"/>
                  <a:pt x="158513" y="2717800"/>
                </a:cubicBezTo>
                <a:cubicBezTo>
                  <a:pt x="59736" y="1790700"/>
                  <a:pt x="-37630" y="1694745"/>
                  <a:pt x="14581" y="973667"/>
                </a:cubicBezTo>
                <a:cubicBezTo>
                  <a:pt x="56914" y="397933"/>
                  <a:pt x="319379" y="110066"/>
                  <a:pt x="463312" y="84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28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4387118" y="0"/>
            <a:ext cx="38567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8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28"/>
          <p:cNvSpPr txBox="1">
            <a:spLocks noGrp="1"/>
          </p:cNvSpPr>
          <p:nvPr>
            <p:ph type="ftr" idx="11"/>
          </p:nvPr>
        </p:nvSpPr>
        <p:spPr>
          <a:xfrm>
            <a:off x="170497" y="64303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B8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GB" dirty="0"/>
          </a:p>
        </p:txBody>
      </p:sp>
      <p:sp>
        <p:nvSpPr>
          <p:cNvPr id="41" name="Google Shape;41;p28"/>
          <p:cNvSpPr txBox="1"/>
          <p:nvPr/>
        </p:nvSpPr>
        <p:spPr>
          <a:xfrm>
            <a:off x="9252158" y="6492875"/>
            <a:ext cx="1913255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J2 INNOVATIONS </a:t>
            </a:r>
            <a:endParaRPr sz="1000" dirty="0">
              <a:solidFill>
                <a:schemeClr val="dk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8"/>
          <p:cNvSpPr txBox="1"/>
          <p:nvPr/>
        </p:nvSpPr>
        <p:spPr>
          <a:xfrm>
            <a:off x="11364794" y="6492875"/>
            <a:ext cx="7112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|</a:t>
            </a:r>
            <a:endParaRPr sz="100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8"/>
          <p:cNvSpPr txBox="1"/>
          <p:nvPr/>
        </p:nvSpPr>
        <p:spPr>
          <a:xfrm>
            <a:off x="11676063" y="6492875"/>
            <a:ext cx="34544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 b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‹#›</a:t>
            </a:fld>
            <a:endParaRPr sz="1000" b="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903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Blue swirl title page">
  <p:cSld name="5_Blue swirl title page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/>
          <p:nvPr/>
        </p:nvSpPr>
        <p:spPr>
          <a:xfrm>
            <a:off x="6383867" y="-8466"/>
            <a:ext cx="5814246" cy="6874933"/>
          </a:xfrm>
          <a:custGeom>
            <a:avLst/>
            <a:gdLst/>
            <a:ahLst/>
            <a:cxnLst/>
            <a:rect l="l" t="t" r="r" b="b"/>
            <a:pathLst>
              <a:path w="5814246" h="6874933" extrusionOk="0">
                <a:moveTo>
                  <a:pt x="463312" y="8466"/>
                </a:moveTo>
                <a:lnTo>
                  <a:pt x="5814245" y="0"/>
                </a:lnTo>
                <a:cubicBezTo>
                  <a:pt x="5814245" y="2291644"/>
                  <a:pt x="5814246" y="4583289"/>
                  <a:pt x="5814246" y="6874933"/>
                </a:cubicBezTo>
                <a:lnTo>
                  <a:pt x="166979" y="6866466"/>
                </a:lnTo>
                <a:cubicBezTo>
                  <a:pt x="484479" y="6409265"/>
                  <a:pt x="658046" y="5755922"/>
                  <a:pt x="674980" y="5376333"/>
                </a:cubicBezTo>
                <a:cubicBezTo>
                  <a:pt x="674981" y="4048477"/>
                  <a:pt x="212136" y="3069167"/>
                  <a:pt x="158513" y="2717800"/>
                </a:cubicBezTo>
                <a:cubicBezTo>
                  <a:pt x="59736" y="1790700"/>
                  <a:pt x="-37630" y="1694745"/>
                  <a:pt x="14581" y="973667"/>
                </a:cubicBezTo>
                <a:cubicBezTo>
                  <a:pt x="56914" y="397933"/>
                  <a:pt x="319379" y="110066"/>
                  <a:pt x="463312" y="846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47" name="Google Shape;47;p29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4387118" y="0"/>
            <a:ext cx="38567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9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9" name="Google Shape;49;p29"/>
          <p:cNvSpPr txBox="1">
            <a:spLocks noGrp="1"/>
          </p:cNvSpPr>
          <p:nvPr>
            <p:ph type="ftr" idx="11"/>
          </p:nvPr>
        </p:nvSpPr>
        <p:spPr>
          <a:xfrm>
            <a:off x="170497" y="64303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B8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GB" dirty="0"/>
          </a:p>
        </p:txBody>
      </p:sp>
      <p:sp>
        <p:nvSpPr>
          <p:cNvPr id="50" name="Google Shape;50;p29"/>
          <p:cNvSpPr txBox="1"/>
          <p:nvPr/>
        </p:nvSpPr>
        <p:spPr>
          <a:xfrm>
            <a:off x="9252158" y="6492875"/>
            <a:ext cx="1913255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lt2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J2 INNOVATIONS </a:t>
            </a:r>
            <a:endParaRPr sz="1000" dirty="0">
              <a:solidFill>
                <a:schemeClr val="lt2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9"/>
          <p:cNvSpPr txBox="1"/>
          <p:nvPr/>
        </p:nvSpPr>
        <p:spPr>
          <a:xfrm>
            <a:off x="11364794" y="6492875"/>
            <a:ext cx="7112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|</a:t>
            </a:r>
            <a:endParaRPr sz="100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9"/>
          <p:cNvSpPr txBox="1"/>
          <p:nvPr/>
        </p:nvSpPr>
        <p:spPr>
          <a:xfrm>
            <a:off x="11676063" y="6492875"/>
            <a:ext cx="34544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 b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‹#›</a:t>
            </a:fld>
            <a:endParaRPr sz="1000" b="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009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Blue">
  <p:cSld name="Title Slide Blue">
    <p:bg>
      <p:bgPr>
        <a:solidFill>
          <a:schemeClr val="dk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>
            <a:spLocks noGrp="1"/>
          </p:cNvSpPr>
          <p:nvPr>
            <p:ph type="pic" idx="2"/>
          </p:nvPr>
        </p:nvSpPr>
        <p:spPr>
          <a:xfrm>
            <a:off x="0" y="537807"/>
            <a:ext cx="6291263" cy="312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5" name="Google Shape;55;p30"/>
          <p:cNvSpPr>
            <a:spLocks noGrp="1"/>
          </p:cNvSpPr>
          <p:nvPr>
            <p:ph type="pic" idx="3"/>
          </p:nvPr>
        </p:nvSpPr>
        <p:spPr>
          <a:xfrm>
            <a:off x="6291073" y="537807"/>
            <a:ext cx="4462271" cy="312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6" name="Google Shape;56;p30"/>
          <p:cNvSpPr txBox="1">
            <a:spLocks noGrp="1"/>
          </p:cNvSpPr>
          <p:nvPr>
            <p:ph type="ctrTitle"/>
          </p:nvPr>
        </p:nvSpPr>
        <p:spPr>
          <a:xfrm>
            <a:off x="471376" y="5190677"/>
            <a:ext cx="10281968" cy="136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57" name="Google Shape;5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01097" y="5721537"/>
            <a:ext cx="2755631" cy="100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82970">
            <a:off x="3032724" y="-1093645"/>
            <a:ext cx="3815337" cy="101652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641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Divider Slide">
  <p:cSld name="Section Divider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>
            <a:spLocks noGrp="1"/>
          </p:cNvSpPr>
          <p:nvPr>
            <p:ph type="pic" idx="2"/>
          </p:nvPr>
        </p:nvSpPr>
        <p:spPr>
          <a:xfrm>
            <a:off x="0" y="537807"/>
            <a:ext cx="6291263" cy="312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1" name="Google Shape;61;p31"/>
          <p:cNvSpPr>
            <a:spLocks noGrp="1"/>
          </p:cNvSpPr>
          <p:nvPr>
            <p:ph type="pic" idx="3"/>
          </p:nvPr>
        </p:nvSpPr>
        <p:spPr>
          <a:xfrm>
            <a:off x="6291073" y="537807"/>
            <a:ext cx="4462271" cy="312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2" name="Google Shape;62;p31"/>
          <p:cNvSpPr txBox="1">
            <a:spLocks noGrp="1"/>
          </p:cNvSpPr>
          <p:nvPr>
            <p:ph type="ctrTitle"/>
          </p:nvPr>
        </p:nvSpPr>
        <p:spPr>
          <a:xfrm>
            <a:off x="471376" y="5190677"/>
            <a:ext cx="9144000" cy="136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63" name="Google Shape;6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92108" y="5723184"/>
            <a:ext cx="2785923" cy="1016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82970">
            <a:off x="3032724" y="-1093645"/>
            <a:ext cx="3815337" cy="101652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383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 Section Divider Slide">
  <p:cSld name="Full Image Section Divider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7" name="Google Shape;67;p32"/>
          <p:cNvSpPr txBox="1">
            <a:spLocks noGrp="1"/>
          </p:cNvSpPr>
          <p:nvPr>
            <p:ph type="title"/>
          </p:nvPr>
        </p:nvSpPr>
        <p:spPr>
          <a:xfrm>
            <a:off x="729868" y="723014"/>
            <a:ext cx="5366132" cy="2705986"/>
          </a:xfrm>
          <a:prstGeom prst="rect">
            <a:avLst/>
          </a:prstGeom>
          <a:gradFill>
            <a:gsLst>
              <a:gs pos="0">
                <a:srgbClr val="00CCFF">
                  <a:alpha val="63921"/>
                </a:srgbClr>
              </a:gs>
              <a:gs pos="27000">
                <a:srgbClr val="3488B2">
                  <a:alpha val="68627"/>
                </a:srgbClr>
              </a:gs>
              <a:gs pos="60000">
                <a:srgbClr val="6551D3">
                  <a:alpha val="77647"/>
                </a:srgbClr>
              </a:gs>
              <a:gs pos="84000">
                <a:srgbClr val="7E35E3">
                  <a:alpha val="75686"/>
                </a:srgbClr>
              </a:gs>
              <a:gs pos="100000">
                <a:srgbClr val="D5A1FB">
                  <a:alpha val="80784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180000" tIns="180000" rIns="180000" bIns="1800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32"/>
          <p:cNvSpPr txBox="1"/>
          <p:nvPr/>
        </p:nvSpPr>
        <p:spPr>
          <a:xfrm>
            <a:off x="11364794" y="6492875"/>
            <a:ext cx="7112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|</a:t>
            </a:r>
            <a:endParaRPr sz="100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055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page image text slide">
  <p:cSld name="Half page image text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>
            <a:off x="6539023" y="1605515"/>
            <a:ext cx="5337543" cy="501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anrope SemiBold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Google Shape;71;p33"/>
          <p:cNvSpPr>
            <a:spLocks noGrp="1"/>
          </p:cNvSpPr>
          <p:nvPr>
            <p:ph type="pic" idx="2"/>
          </p:nvPr>
        </p:nvSpPr>
        <p:spPr>
          <a:xfrm>
            <a:off x="0" y="1063625"/>
            <a:ext cx="6096000" cy="5794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2" name="Google Shape;72;p33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501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 slide">
  <p:cSld name="Two column text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>
            <a:off x="38962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nrope SemiBold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5" name="Google Shape;75;p34"/>
          <p:cNvSpPr txBox="1">
            <a:spLocks noGrp="1"/>
          </p:cNvSpPr>
          <p:nvPr>
            <p:ph type="body" idx="2"/>
          </p:nvPr>
        </p:nvSpPr>
        <p:spPr>
          <a:xfrm>
            <a:off x="572362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anrope SemiBold" pitchFamily="2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6" name="Google Shape;76;p34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26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ue text and half image slide">
  <p:cSld name="Blue text and half image slide">
    <p:bg>
      <p:bgPr>
        <a:solidFill>
          <a:schemeClr val="dk2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>
            <a:spLocks noGrp="1"/>
          </p:cNvSpPr>
          <p:nvPr>
            <p:ph type="pic" idx="2"/>
          </p:nvPr>
        </p:nvSpPr>
        <p:spPr>
          <a:xfrm>
            <a:off x="6390166" y="0"/>
            <a:ext cx="5801833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5033274" cy="142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80" name="Google Shape;80;p35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4338086" y="0"/>
            <a:ext cx="39357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5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028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ue text and half image slide">
  <p:cSld name="1_Blue text and half image slide">
    <p:bg>
      <p:bgPr>
        <a:solidFill>
          <a:schemeClr val="dk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"/>
          <p:cNvSpPr>
            <a:spLocks noGrp="1"/>
          </p:cNvSpPr>
          <p:nvPr>
            <p:ph type="pic" idx="2"/>
          </p:nvPr>
        </p:nvSpPr>
        <p:spPr>
          <a:xfrm>
            <a:off x="6390166" y="0"/>
            <a:ext cx="580183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4" name="Google Shape;84;p36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5033274" cy="142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85" name="Google Shape;85;p36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4338086" y="0"/>
            <a:ext cx="39357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6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234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text slide">
  <p:cSld name="Half text 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7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9" name="Google Shape;89;p37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445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ue swirl title page">
  <p:cSld name="Blue swirl title page">
    <p:bg>
      <p:bgPr>
        <a:solidFill>
          <a:schemeClr val="dk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8"/>
          <p:cNvSpPr txBox="1"/>
          <p:nvPr/>
        </p:nvSpPr>
        <p:spPr>
          <a:xfrm>
            <a:off x="5164455" y="6182105"/>
            <a:ext cx="6625590" cy="34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475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387B2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J2inn.com</a:t>
            </a:r>
            <a:endParaRPr sz="1800" dirty="0">
              <a:solidFill>
                <a:schemeClr val="dk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38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7776139" y="0"/>
            <a:ext cx="385670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087" y="515937"/>
            <a:ext cx="2751783" cy="10037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8"/>
          <p:cNvSpPr txBox="1">
            <a:spLocks noGrp="1"/>
          </p:cNvSpPr>
          <p:nvPr>
            <p:ph type="title"/>
          </p:nvPr>
        </p:nvSpPr>
        <p:spPr>
          <a:xfrm>
            <a:off x="559154" y="4507172"/>
            <a:ext cx="7265816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525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Blue swirl title page">
  <p:cSld name="3_Blue swirl title pag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9"/>
          <p:cNvSpPr txBox="1"/>
          <p:nvPr/>
        </p:nvSpPr>
        <p:spPr>
          <a:xfrm>
            <a:off x="9252158" y="6492875"/>
            <a:ext cx="1913255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J2 INNOVATIONS </a:t>
            </a:r>
            <a:endParaRPr sz="1000" dirty="0">
              <a:solidFill>
                <a:schemeClr val="dk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9"/>
          <p:cNvSpPr txBox="1"/>
          <p:nvPr/>
        </p:nvSpPr>
        <p:spPr>
          <a:xfrm>
            <a:off x="11364794" y="6492875"/>
            <a:ext cx="7112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|</a:t>
            </a:r>
            <a:endParaRPr sz="100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9"/>
          <p:cNvSpPr txBox="1"/>
          <p:nvPr/>
        </p:nvSpPr>
        <p:spPr>
          <a:xfrm>
            <a:off x="11676063" y="6492875"/>
            <a:ext cx="34544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 b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‹#›</a:t>
            </a:fld>
            <a:endParaRPr sz="1000" b="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258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_Blue swirl title page">
  <p:cSld name="6_Blue swirl title page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/>
          <p:nvPr/>
        </p:nvSpPr>
        <p:spPr>
          <a:xfrm>
            <a:off x="9732248" y="0"/>
            <a:ext cx="2481766" cy="6866467"/>
          </a:xfrm>
          <a:custGeom>
            <a:avLst/>
            <a:gdLst/>
            <a:ahLst/>
            <a:cxnLst/>
            <a:rect l="l" t="t" r="r" b="b"/>
            <a:pathLst>
              <a:path w="2481766" h="6866467" extrusionOk="0">
                <a:moveTo>
                  <a:pt x="463312" y="0"/>
                </a:moveTo>
                <a:lnTo>
                  <a:pt x="2461445" y="1694"/>
                </a:lnTo>
                <a:cubicBezTo>
                  <a:pt x="2461445" y="2293338"/>
                  <a:pt x="2481766" y="4574823"/>
                  <a:pt x="2481766" y="6866467"/>
                </a:cubicBezTo>
                <a:lnTo>
                  <a:pt x="166979" y="6858000"/>
                </a:lnTo>
                <a:cubicBezTo>
                  <a:pt x="484479" y="6400799"/>
                  <a:pt x="658046" y="5747456"/>
                  <a:pt x="674980" y="5367867"/>
                </a:cubicBezTo>
                <a:cubicBezTo>
                  <a:pt x="674981" y="4040011"/>
                  <a:pt x="212136" y="3060701"/>
                  <a:pt x="158513" y="2709334"/>
                </a:cubicBezTo>
                <a:cubicBezTo>
                  <a:pt x="59736" y="1782234"/>
                  <a:pt x="-37630" y="1686279"/>
                  <a:pt x="14581" y="965201"/>
                </a:cubicBezTo>
                <a:cubicBezTo>
                  <a:pt x="56914" y="389467"/>
                  <a:pt x="319379" y="101600"/>
                  <a:pt x="4633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0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  <a:latin typeface="Manrope SemiBold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02" name="Google Shape;102;p40" descr="A picture containing food, glass, bott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3207" b="14383"/>
          <a:stretch/>
        </p:blipFill>
        <p:spPr>
          <a:xfrm>
            <a:off x="7735499" y="0"/>
            <a:ext cx="38567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0"/>
          <p:cNvSpPr txBox="1">
            <a:spLocks noGrp="1"/>
          </p:cNvSpPr>
          <p:nvPr>
            <p:ph type="body" idx="1"/>
          </p:nvPr>
        </p:nvSpPr>
        <p:spPr>
          <a:xfrm>
            <a:off x="388938" y="1658938"/>
            <a:ext cx="5033962" cy="454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4" name="Google Shape;104;p40"/>
          <p:cNvSpPr txBox="1"/>
          <p:nvPr/>
        </p:nvSpPr>
        <p:spPr>
          <a:xfrm>
            <a:off x="11364794" y="6492875"/>
            <a:ext cx="71120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accent4"/>
                </a:solidFill>
                <a:latin typeface="Manrope SemiBold" pitchFamily="2" charset="0"/>
                <a:ea typeface="Arial"/>
                <a:cs typeface="Arial"/>
                <a:sym typeface="Arial"/>
              </a:rPr>
              <a:t>|</a:t>
            </a:r>
            <a:endParaRPr sz="1000" dirty="0">
              <a:solidFill>
                <a:schemeClr val="accent4"/>
              </a:solidFill>
              <a:latin typeface="Manrope SemiBold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6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288"/>
              </a:buClr>
              <a:buSzPts val="2500"/>
              <a:buFont typeface="Arial"/>
              <a:buNone/>
              <a:defRPr sz="2500" b="0" i="0">
                <a:solidFill>
                  <a:srgbClr val="006288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345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>
  <p:cSld name="Free Conten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6109E37E-9218-4EE9-BA02-697299A510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9201716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6109E37E-9218-4EE9-BA02-697299A510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Google Shape;96;p51"/>
          <p:cNvSpPr txBox="1">
            <a:spLocks noGrp="1"/>
          </p:cNvSpPr>
          <p:nvPr>
            <p:ph type="title"/>
          </p:nvPr>
        </p:nvSpPr>
        <p:spPr>
          <a:xfrm>
            <a:off x="0" y="-1"/>
            <a:ext cx="12192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6400" tIns="432000" rIns="3384000" bIns="234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59179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>
            <a:off x="578948" y="233393"/>
            <a:ext cx="8581197" cy="561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7E"/>
              </a:buClr>
              <a:buSzPts val="3598"/>
              <a:buFont typeface="Arial"/>
              <a:buNone/>
              <a:defRPr sz="3598" b="1">
                <a:solidFill>
                  <a:srgbClr val="00557E"/>
                </a:solidFill>
                <a:latin typeface="Manrope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07"/>
          <p:cNvSpPr txBox="1"/>
          <p:nvPr/>
        </p:nvSpPr>
        <p:spPr>
          <a:xfrm>
            <a:off x="492061" y="6492875"/>
            <a:ext cx="57433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888B8E"/>
                </a:solidFill>
                <a:latin typeface="Manrope" pitchFamily="2" charset="0"/>
                <a:ea typeface="Arial"/>
                <a:cs typeface="Arial"/>
                <a:sym typeface="Arial"/>
              </a:rPr>
              <a:t>J2 Innovations 2021 – Confidential </a:t>
            </a:r>
            <a:r>
              <a:rPr lang="en-US" sz="1000" dirty="0">
                <a:solidFill>
                  <a:schemeClr val="accent4"/>
                </a:solidFill>
                <a:latin typeface="Manrope" pitchFamily="2" charset="0"/>
                <a:ea typeface="Arial"/>
                <a:cs typeface="Arial"/>
                <a:sym typeface="Arial"/>
              </a:rPr>
              <a:t>|</a:t>
            </a:r>
            <a:r>
              <a:rPr lang="en-US" sz="1000" dirty="0">
                <a:solidFill>
                  <a:srgbClr val="888B8E"/>
                </a:solidFill>
                <a:latin typeface="Manrope" pitchFamily="2" charset="0"/>
                <a:ea typeface="Arial"/>
                <a:cs typeface="Arial"/>
                <a:sym typeface="Arial"/>
              </a:rPr>
              <a:t> Copyright © 2021, All rights reserved.</a:t>
            </a:r>
            <a:endParaRPr dirty="0">
              <a:latin typeface="Manrope" pitchFamily="2" charset="0"/>
            </a:endParaRPr>
          </a:p>
        </p:txBody>
      </p:sp>
      <p:sp>
        <p:nvSpPr>
          <p:cNvPr id="93" name="Google Shape;93;p107"/>
          <p:cNvSpPr txBox="1"/>
          <p:nvPr/>
        </p:nvSpPr>
        <p:spPr>
          <a:xfrm>
            <a:off x="8932863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rgbClr val="A2A2A2"/>
                </a:solidFill>
                <a:latin typeface="Manrope" pitchFamily="2" charset="0"/>
                <a:ea typeface="Arial"/>
                <a:cs typeface="Arial"/>
                <a:sym typeface="Arial"/>
              </a:rPr>
              <a:t>‹#›</a:t>
            </a:fld>
            <a:endParaRPr sz="1000" dirty="0">
              <a:solidFill>
                <a:srgbClr val="A2A2A2"/>
              </a:solidFill>
              <a:latin typeface="Manrope" pitchFamily="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101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70CFFB-008D-E9C3-2BF7-0C963FD700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915379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73" imgH="473" progId="TCLayout.ActiveDocument.1">
                  <p:embed/>
                </p:oleObj>
              </mc:Choice>
              <mc:Fallback>
                <p:oleObj name="think-cell Slide" r:id="rId17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70CFFB-008D-E9C3-2BF7-0C963FD700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oogle Shape;10;p21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-8626"/>
            <a:ext cx="12192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389626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170497" y="64303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anrope" pitchFamily="2" charset="0"/>
          <a:ea typeface="Manrope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anrope" pitchFamily="2" charset="0"/>
          <a:ea typeface="Manrope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1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0" y="-8626"/>
            <a:ext cx="12192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389626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title"/>
          </p:nvPr>
        </p:nvSpPr>
        <p:spPr>
          <a:xfrm>
            <a:off x="389626" y="23288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170497" y="643036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Manrope SemiBold" pitchFamily="2" charset="0"/>
                <a:ea typeface="Manrope SemiBold" pitchFamily="2" charset="0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10254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anrope" pitchFamily="2" charset="0"/>
          <a:ea typeface="Manrope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anrope" pitchFamily="2" charset="0"/>
          <a:ea typeface="Manrope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8"/>
          <p:cNvSpPr txBox="1">
            <a:spLocks noGrp="1"/>
          </p:cNvSpPr>
          <p:nvPr>
            <p:ph type="title"/>
          </p:nvPr>
        </p:nvSpPr>
        <p:spPr>
          <a:xfrm>
            <a:off x="389626" y="20290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dirty="0"/>
              <a:t>FIN</a:t>
            </a:r>
            <a:r>
              <a:rPr lang="zh-CN" altLang="en-US" dirty="0"/>
              <a:t>在市场上的比较</a:t>
            </a:r>
            <a:endParaRPr dirty="0"/>
          </a:p>
        </p:txBody>
      </p:sp>
      <p:graphicFrame>
        <p:nvGraphicFramePr>
          <p:cNvPr id="51" name="Table 3">
            <a:extLst>
              <a:ext uri="{FF2B5EF4-FFF2-40B4-BE49-F238E27FC236}">
                <a16:creationId xmlns:a16="http://schemas.microsoft.com/office/drawing/2014/main" id="{60141730-BA1F-47B7-AED5-28FD40D47495}"/>
              </a:ext>
            </a:extLst>
          </p:cNvPr>
          <p:cNvGraphicFramePr>
            <a:graphicFrameLocks noGrp="1"/>
          </p:cNvGraphicFramePr>
          <p:nvPr/>
        </p:nvGraphicFramePr>
        <p:xfrm>
          <a:off x="479425" y="1303533"/>
          <a:ext cx="5544000" cy="3271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476447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7554507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9353291"/>
                    </a:ext>
                  </a:extLst>
                </a:gridCol>
              </a:tblGrid>
              <a:tr h="33638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00CCFF"/>
                          </a:solidFill>
                          <a:latin typeface="+mj-lt"/>
                        </a:rPr>
                        <a:t>开放性</a:t>
                      </a:r>
                      <a:endParaRPr lang="en-GB" sz="1400" b="0" dirty="0">
                        <a:solidFill>
                          <a:srgbClr val="00CC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FIN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其他</a:t>
                      </a:r>
                      <a:endParaRPr lang="en-GB" sz="1400" b="0" kern="1200" dirty="0">
                        <a:solidFill>
                          <a:srgbClr val="00CCFF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56893"/>
                  </a:ext>
                </a:extLst>
              </a:tr>
              <a:tr h="37375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Manrope Medium" pitchFamily="2" charset="0"/>
                        </a:rPr>
                        <a:t>直观和移动端友好的用户体验</a:t>
                      </a:r>
                      <a:endParaRPr lang="en-GB" sz="1400" dirty="0">
                        <a:effectLst/>
                        <a:latin typeface="Manrope Medium" pitchFamily="2" charset="0"/>
                      </a:endParaRP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62470"/>
                  </a:ext>
                </a:extLst>
              </a:tr>
              <a:tr h="36594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Manrope Medium" pitchFamily="2" charset="0"/>
                        </a:rPr>
                        <a:t>我们不会将您锁定在专有系统中</a:t>
                      </a:r>
                      <a:endParaRPr lang="en-GB" sz="1400" dirty="0">
                        <a:effectLst/>
                        <a:latin typeface="Manrope Medium" pitchFamily="2" charset="0"/>
                      </a:endParaRP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309293"/>
                  </a:ext>
                </a:extLst>
              </a:tr>
              <a:tr h="36594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Manrope Medium" pitchFamily="2" charset="0"/>
                        </a:rPr>
                        <a:t>现有自动化系统的标准用户界面</a:t>
                      </a:r>
                      <a:endParaRPr lang="en-GB" sz="1400" dirty="0">
                        <a:effectLst/>
                        <a:latin typeface="Manrope Medium" pitchFamily="2" charset="0"/>
                      </a:endParaRP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382342"/>
                  </a:ext>
                </a:extLst>
              </a:tr>
              <a:tr h="36594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Manrope Medium" pitchFamily="2" charset="0"/>
                        </a:rPr>
                        <a:t>原生支持</a:t>
                      </a:r>
                      <a:r>
                        <a:rPr lang="en-GB" sz="1400" dirty="0">
                          <a:effectLst/>
                          <a:latin typeface="Manrope Medium" pitchFamily="2" charset="0"/>
                        </a:rPr>
                        <a:t>Haystack 4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71345"/>
                  </a:ext>
                </a:extLst>
              </a:tr>
              <a:tr h="36594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Manrope Medium" pitchFamily="2" charset="0"/>
                        </a:rPr>
                        <a:t>简化多系统的集成</a:t>
                      </a:r>
                      <a:endParaRPr lang="en-GB" sz="1400" dirty="0">
                        <a:effectLst/>
                        <a:latin typeface="Manrope Medium" pitchFamily="2" charset="0"/>
                      </a:endParaRP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28199"/>
                  </a:ext>
                </a:extLst>
              </a:tr>
              <a:tr h="36594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Manrope Medium" pitchFamily="2" charset="0"/>
                        </a:rPr>
                        <a:t>基于浏览器的组态和调试</a:t>
                      </a:r>
                      <a:endParaRPr lang="en-GB" sz="1400" dirty="0">
                        <a:effectLst/>
                        <a:latin typeface="Manrope Medium" pitchFamily="2" charset="0"/>
                      </a:endParaRP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956215"/>
                  </a:ext>
                </a:extLst>
              </a:tr>
              <a:tr h="36594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Manrope Medium" pitchFamily="2" charset="0"/>
                        </a:rPr>
                        <a:t>优化了数据分析的快速数据库</a:t>
                      </a:r>
                      <a:endParaRPr lang="en-GB" sz="1400" dirty="0">
                        <a:effectLst/>
                        <a:latin typeface="Manrope Medium" pitchFamily="2" charset="0"/>
                      </a:endParaRP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55078"/>
                  </a:ext>
                </a:extLst>
              </a:tr>
              <a:tr h="36594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Manrope Medium" pitchFamily="2" charset="0"/>
                        </a:rPr>
                        <a:t>强大的数据库查询语言</a:t>
                      </a:r>
                      <a:endParaRPr lang="en-GB" sz="1400" dirty="0">
                        <a:effectLst/>
                        <a:latin typeface="Manrope Medium" pitchFamily="2" charset="0"/>
                      </a:endParaRP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12147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6630B60E-A99A-4EDD-B840-444BEA4478AC}"/>
              </a:ext>
            </a:extLst>
          </p:cNvPr>
          <p:cNvSpPr txBox="1"/>
          <p:nvPr/>
        </p:nvSpPr>
        <p:spPr>
          <a:xfrm>
            <a:off x="4062386" y="6307140"/>
            <a:ext cx="10147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488B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需要额外的费用</a:t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3488B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3E3C948-E8EB-4E9F-84D6-48F643371671}"/>
              </a:ext>
            </a:extLst>
          </p:cNvPr>
          <p:cNvGrpSpPr/>
          <p:nvPr/>
        </p:nvGrpSpPr>
        <p:grpSpPr>
          <a:xfrm>
            <a:off x="4451129" y="1686765"/>
            <a:ext cx="239244" cy="239244"/>
            <a:chOff x="8346173" y="4742890"/>
            <a:chExt cx="468508" cy="468508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CC1226A-DA4C-4FE4-B3A9-06600B854CBB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2183DC56-1E0C-4003-BEB8-A4248E6E3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B88348B-B560-4F1E-BF4C-784A2A63EBAF}"/>
              </a:ext>
            </a:extLst>
          </p:cNvPr>
          <p:cNvGrpSpPr/>
          <p:nvPr/>
        </p:nvGrpSpPr>
        <p:grpSpPr>
          <a:xfrm>
            <a:off x="5408182" y="1686765"/>
            <a:ext cx="239244" cy="239244"/>
            <a:chOff x="4418417" y="5069661"/>
            <a:chExt cx="468508" cy="468508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8DB2269-6EEC-4A0A-8CEB-A98434DF8E37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F40143B7-59AA-4927-9BF0-905713B9E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960B81-E65E-4692-B420-457B2AC36D5D}"/>
              </a:ext>
            </a:extLst>
          </p:cNvPr>
          <p:cNvGrpSpPr/>
          <p:nvPr/>
        </p:nvGrpSpPr>
        <p:grpSpPr>
          <a:xfrm>
            <a:off x="4451129" y="2067531"/>
            <a:ext cx="239244" cy="239244"/>
            <a:chOff x="8346173" y="4742890"/>
            <a:chExt cx="468508" cy="46850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961A4EF-790D-437A-9890-76844CB14D89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89456EF7-80AA-4A83-B957-97A8B0DDC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0A9A9D5-92E1-46CB-AAE8-67DB7E2B4A96}"/>
              </a:ext>
            </a:extLst>
          </p:cNvPr>
          <p:cNvGrpSpPr/>
          <p:nvPr/>
        </p:nvGrpSpPr>
        <p:grpSpPr>
          <a:xfrm>
            <a:off x="4451129" y="2427031"/>
            <a:ext cx="239244" cy="239244"/>
            <a:chOff x="8346173" y="4742890"/>
            <a:chExt cx="468508" cy="46850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9F6CA9-57F5-4D85-8E5C-3C05106A0E0C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027CE4A7-9599-40AB-AD96-882F04D31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BFA5DD-B928-416F-A28C-F6E8BBFFB399}"/>
              </a:ext>
            </a:extLst>
          </p:cNvPr>
          <p:cNvGrpSpPr/>
          <p:nvPr/>
        </p:nvGrpSpPr>
        <p:grpSpPr>
          <a:xfrm>
            <a:off x="4451129" y="2786531"/>
            <a:ext cx="239244" cy="239244"/>
            <a:chOff x="8346173" y="4742890"/>
            <a:chExt cx="468508" cy="468508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60F8E67-C02A-4388-85FC-A42CCA05FC4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93041C8C-69BB-4529-A0E1-1951A179B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F8CF06-750C-404D-B7A0-9F9C7F78C70E}"/>
              </a:ext>
            </a:extLst>
          </p:cNvPr>
          <p:cNvGrpSpPr/>
          <p:nvPr/>
        </p:nvGrpSpPr>
        <p:grpSpPr>
          <a:xfrm>
            <a:off x="4451129" y="3146031"/>
            <a:ext cx="239244" cy="239244"/>
            <a:chOff x="8346173" y="4742890"/>
            <a:chExt cx="468508" cy="468508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0E56D7D-BCF5-492D-BAFA-1AD20816FBF2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CC709C7B-0C41-411D-8BDD-ABD1B33F9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F818305-184F-4943-9F17-E73CF1360C27}"/>
              </a:ext>
            </a:extLst>
          </p:cNvPr>
          <p:cNvGrpSpPr/>
          <p:nvPr/>
        </p:nvGrpSpPr>
        <p:grpSpPr>
          <a:xfrm>
            <a:off x="4451129" y="3516164"/>
            <a:ext cx="239244" cy="239244"/>
            <a:chOff x="8346173" y="4742890"/>
            <a:chExt cx="468508" cy="468508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DB81D32-7B1A-4862-A12F-33F9904462C4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DC229604-903E-45FD-A4BE-CE8D564B2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0A84FBC-FACE-4E86-90E6-9230DC0F5C02}"/>
              </a:ext>
            </a:extLst>
          </p:cNvPr>
          <p:cNvGrpSpPr/>
          <p:nvPr/>
        </p:nvGrpSpPr>
        <p:grpSpPr>
          <a:xfrm>
            <a:off x="4451129" y="3875664"/>
            <a:ext cx="239244" cy="239244"/>
            <a:chOff x="8346173" y="4742890"/>
            <a:chExt cx="468508" cy="468508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BF86220-E2BF-40F4-88DC-6C89479F7AA0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4C711C0A-7E2B-4DF6-BC85-AD5BF1C3B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D671AE8-E28C-49A6-BF80-7244328E3ADD}"/>
              </a:ext>
            </a:extLst>
          </p:cNvPr>
          <p:cNvGrpSpPr/>
          <p:nvPr/>
        </p:nvGrpSpPr>
        <p:grpSpPr>
          <a:xfrm>
            <a:off x="4451129" y="4235165"/>
            <a:ext cx="239244" cy="239244"/>
            <a:chOff x="8346173" y="4742890"/>
            <a:chExt cx="468508" cy="468508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01ACB01-35E2-4F98-96F0-283FCA7A69D2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0BCF988A-CB7E-44EF-8C9E-116CC5492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8387B35-5D75-4BAF-80D1-FD736B072D12}"/>
              </a:ext>
            </a:extLst>
          </p:cNvPr>
          <p:cNvGrpSpPr/>
          <p:nvPr/>
        </p:nvGrpSpPr>
        <p:grpSpPr>
          <a:xfrm>
            <a:off x="5399147" y="2427031"/>
            <a:ext cx="239244" cy="239244"/>
            <a:chOff x="8346173" y="4742890"/>
            <a:chExt cx="468508" cy="468508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5A53B67-6579-4C96-8951-7FC69343603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82" name="Graphic 81">
              <a:extLst>
                <a:ext uri="{FF2B5EF4-FFF2-40B4-BE49-F238E27FC236}">
                  <a16:creationId xmlns:a16="http://schemas.microsoft.com/office/drawing/2014/main" id="{725F2A85-B81A-4189-99F4-3BE107B15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2FD4870-A884-4E66-8037-1794B91A98B0}"/>
              </a:ext>
            </a:extLst>
          </p:cNvPr>
          <p:cNvGrpSpPr/>
          <p:nvPr/>
        </p:nvGrpSpPr>
        <p:grpSpPr>
          <a:xfrm>
            <a:off x="5399147" y="3146031"/>
            <a:ext cx="239244" cy="239244"/>
            <a:chOff x="8346173" y="4742890"/>
            <a:chExt cx="468508" cy="468508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22FAC7B-4340-4587-AF42-32422865E12E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98F1423F-E294-4CA9-B2AB-00529F287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5002F9B-BFB2-4D46-BF1E-E680141E7A81}"/>
              </a:ext>
            </a:extLst>
          </p:cNvPr>
          <p:cNvGrpSpPr/>
          <p:nvPr/>
        </p:nvGrpSpPr>
        <p:grpSpPr>
          <a:xfrm>
            <a:off x="5408182" y="2067531"/>
            <a:ext cx="239244" cy="239244"/>
            <a:chOff x="4418417" y="5069661"/>
            <a:chExt cx="468508" cy="468508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EE5C390E-0443-40BF-88AF-352AF2289E14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B55AD400-59C2-46EE-A5FC-77EF7338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299A586-6986-4DC5-B997-A9BA690E9FF2}"/>
              </a:ext>
            </a:extLst>
          </p:cNvPr>
          <p:cNvGrpSpPr/>
          <p:nvPr/>
        </p:nvGrpSpPr>
        <p:grpSpPr>
          <a:xfrm>
            <a:off x="5408182" y="2786531"/>
            <a:ext cx="239244" cy="239244"/>
            <a:chOff x="4418417" y="5069661"/>
            <a:chExt cx="468508" cy="46850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DB41CCF-5640-4365-BA38-0249DCA82067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52EE17C2-A8E4-404B-8E0D-9D6AFAC4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63FC535-5EEA-45B4-9DDE-13B4BD5C6351}"/>
              </a:ext>
            </a:extLst>
          </p:cNvPr>
          <p:cNvGrpSpPr/>
          <p:nvPr/>
        </p:nvGrpSpPr>
        <p:grpSpPr>
          <a:xfrm>
            <a:off x="5408182" y="3516164"/>
            <a:ext cx="239244" cy="239244"/>
            <a:chOff x="4418417" y="5069661"/>
            <a:chExt cx="468508" cy="468508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EF4D06D-DDDD-4940-85CE-4EBF7587079B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8B66293B-EA62-46C7-9135-6D471827B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6B69D47-5249-4714-B82F-49AB0BA075D8}"/>
              </a:ext>
            </a:extLst>
          </p:cNvPr>
          <p:cNvGrpSpPr/>
          <p:nvPr/>
        </p:nvGrpSpPr>
        <p:grpSpPr>
          <a:xfrm>
            <a:off x="5408182" y="3875664"/>
            <a:ext cx="239244" cy="239244"/>
            <a:chOff x="4418417" y="5069661"/>
            <a:chExt cx="468508" cy="468508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A861CEB-C763-4421-9A33-3F28011B8894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DBADFA5F-445F-4FA1-A156-7A1E78FFD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1FB7946-8F34-4A43-A73D-A0D9ED444B41}"/>
              </a:ext>
            </a:extLst>
          </p:cNvPr>
          <p:cNvGrpSpPr/>
          <p:nvPr/>
        </p:nvGrpSpPr>
        <p:grpSpPr>
          <a:xfrm>
            <a:off x="5408182" y="4235165"/>
            <a:ext cx="239244" cy="239244"/>
            <a:chOff x="4418417" y="5069661"/>
            <a:chExt cx="468508" cy="468508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8341769-00F1-49CD-AECB-9A51CE52169D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CF16D284-E6D5-4EC8-BBD3-CD65FF6F8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aphicFrame>
        <p:nvGraphicFramePr>
          <p:cNvPr id="101" name="Table 3">
            <a:extLst>
              <a:ext uri="{FF2B5EF4-FFF2-40B4-BE49-F238E27FC236}">
                <a16:creationId xmlns:a16="http://schemas.microsoft.com/office/drawing/2014/main" id="{42AA74EE-69F4-4418-AA19-4DDA089617C0}"/>
              </a:ext>
            </a:extLst>
          </p:cNvPr>
          <p:cNvGraphicFramePr>
            <a:graphicFrameLocks noGrp="1"/>
          </p:cNvGraphicFramePr>
          <p:nvPr/>
        </p:nvGraphicFramePr>
        <p:xfrm>
          <a:off x="6133913" y="1303534"/>
          <a:ext cx="5544000" cy="484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476447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7554507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935329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易使用</a:t>
                      </a:r>
                      <a:endParaRPr lang="en-GB" sz="1400" b="0" kern="1200" dirty="0">
                        <a:solidFill>
                          <a:srgbClr val="00CCFF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FIN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其他</a:t>
                      </a:r>
                      <a:endParaRPr lang="en-GB" sz="1400" b="0" kern="1200" dirty="0">
                        <a:solidFill>
                          <a:srgbClr val="00CCFF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568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上下文相关，方便的导航栏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– 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减少不必要的点击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624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自动生成的超链接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 (Magic Bubbles)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，减少工程时间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30929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仪表盘生成器可以定制化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UI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38234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集成的报警控制台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713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语义标签模型改善了数据管理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281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工作流工具提高了效率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9562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大量的向导简化了通用任务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550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可变尺寸的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2D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3D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画面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1214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简化设备管理的模板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2386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通过标签让画面和逻辑也复用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7879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上下文相关的计划功能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88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自动生成的点画面和摘要表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– 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工程零工作量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97290"/>
                  </a:ext>
                </a:extLst>
              </a:tr>
            </a:tbl>
          </a:graphicData>
        </a:graphic>
      </p:graphicFrame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9B41B77-F835-4DD0-AF88-8BE7FC4AD819}"/>
              </a:ext>
            </a:extLst>
          </p:cNvPr>
          <p:cNvGrpSpPr/>
          <p:nvPr/>
        </p:nvGrpSpPr>
        <p:grpSpPr>
          <a:xfrm>
            <a:off x="10105617" y="1718664"/>
            <a:ext cx="239244" cy="239244"/>
            <a:chOff x="8346173" y="4742890"/>
            <a:chExt cx="468508" cy="46850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1C1017C-AE4D-4FA4-8FE1-D1C67270E7D6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A2AA48AE-CA94-4A20-B6FE-7AF182B29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FAF3C10-C023-43E2-A926-CF7A58AB1CFA}"/>
              </a:ext>
            </a:extLst>
          </p:cNvPr>
          <p:cNvGrpSpPr/>
          <p:nvPr/>
        </p:nvGrpSpPr>
        <p:grpSpPr>
          <a:xfrm>
            <a:off x="11062670" y="2668947"/>
            <a:ext cx="239244" cy="239244"/>
            <a:chOff x="4418417" y="5069661"/>
            <a:chExt cx="468508" cy="468508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66524CE-54FA-4F0D-99FE-F2544530AEC3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AE7E2108-80F2-4A18-95DB-8857F987F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55C4F37-8B09-4B6C-976A-F92E992497DA}"/>
              </a:ext>
            </a:extLst>
          </p:cNvPr>
          <p:cNvGrpSpPr/>
          <p:nvPr/>
        </p:nvGrpSpPr>
        <p:grpSpPr>
          <a:xfrm>
            <a:off x="10105617" y="2233317"/>
            <a:ext cx="239244" cy="239244"/>
            <a:chOff x="8346173" y="4742890"/>
            <a:chExt cx="468508" cy="46850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42C168B-CE62-4063-8E4F-45B9EA828450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BC5CE850-85FC-4B02-BA20-81828826C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5D7BB40-0B58-4FC7-9A45-F9AC2BD6058E}"/>
              </a:ext>
            </a:extLst>
          </p:cNvPr>
          <p:cNvGrpSpPr/>
          <p:nvPr/>
        </p:nvGrpSpPr>
        <p:grpSpPr>
          <a:xfrm>
            <a:off x="10105617" y="2674239"/>
            <a:ext cx="239244" cy="239244"/>
            <a:chOff x="8346173" y="4742890"/>
            <a:chExt cx="468508" cy="468508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51B526-2155-45B2-9232-71FFB928D4F8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13" name="Graphic 112">
              <a:extLst>
                <a:ext uri="{FF2B5EF4-FFF2-40B4-BE49-F238E27FC236}">
                  <a16:creationId xmlns:a16="http://schemas.microsoft.com/office/drawing/2014/main" id="{FE287F72-3F2D-4ABC-973C-916EB259C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4E5D3CB-E5D3-449A-8801-5058D5A7D9A7}"/>
              </a:ext>
            </a:extLst>
          </p:cNvPr>
          <p:cNvGrpSpPr/>
          <p:nvPr/>
        </p:nvGrpSpPr>
        <p:grpSpPr>
          <a:xfrm>
            <a:off x="10105617" y="2993841"/>
            <a:ext cx="239244" cy="239244"/>
            <a:chOff x="8346173" y="4742890"/>
            <a:chExt cx="468508" cy="46850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5541D12-F9A3-4179-95DD-D15856529691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16" name="Graphic 115">
              <a:extLst>
                <a:ext uri="{FF2B5EF4-FFF2-40B4-BE49-F238E27FC236}">
                  <a16:creationId xmlns:a16="http://schemas.microsoft.com/office/drawing/2014/main" id="{37E32B68-026A-491B-B1FF-267E8D3E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BF0C00C-1B4D-43C9-837E-10934A03C518}"/>
              </a:ext>
            </a:extLst>
          </p:cNvPr>
          <p:cNvGrpSpPr/>
          <p:nvPr/>
        </p:nvGrpSpPr>
        <p:grpSpPr>
          <a:xfrm>
            <a:off x="10105617" y="3363470"/>
            <a:ext cx="239244" cy="239244"/>
            <a:chOff x="8346173" y="4742890"/>
            <a:chExt cx="468508" cy="46850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6B4F35E-6012-483A-9B9C-E8A38D81E6E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19" name="Graphic 118">
              <a:extLst>
                <a:ext uri="{FF2B5EF4-FFF2-40B4-BE49-F238E27FC236}">
                  <a16:creationId xmlns:a16="http://schemas.microsoft.com/office/drawing/2014/main" id="{63BFD47B-AD72-43CE-8044-07500179C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44CF2B6-F47E-493F-96F7-CE3A17C9CEC2}"/>
              </a:ext>
            </a:extLst>
          </p:cNvPr>
          <p:cNvGrpSpPr/>
          <p:nvPr/>
        </p:nvGrpSpPr>
        <p:grpSpPr>
          <a:xfrm>
            <a:off x="10105617" y="3749308"/>
            <a:ext cx="239244" cy="239244"/>
            <a:chOff x="8346173" y="4742890"/>
            <a:chExt cx="468508" cy="4685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30F5F97-6E55-4579-A615-C07751CC9FDB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D9BA562F-74FB-4879-997F-B5046C27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5D65433-563D-4BDA-9EDC-00E8F478B417}"/>
              </a:ext>
            </a:extLst>
          </p:cNvPr>
          <p:cNvGrpSpPr/>
          <p:nvPr/>
        </p:nvGrpSpPr>
        <p:grpSpPr>
          <a:xfrm>
            <a:off x="10105617" y="4080762"/>
            <a:ext cx="239244" cy="239244"/>
            <a:chOff x="8346173" y="4742890"/>
            <a:chExt cx="468508" cy="468508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2B0FBF1-B22A-4DA9-BD06-1FBB4EAA6B6A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BB906C77-70AA-4C5C-93FA-24EE7BCDF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E7591E5-A311-4079-B834-B3F6EB142F2C}"/>
              </a:ext>
            </a:extLst>
          </p:cNvPr>
          <p:cNvGrpSpPr/>
          <p:nvPr/>
        </p:nvGrpSpPr>
        <p:grpSpPr>
          <a:xfrm>
            <a:off x="10105617" y="4416390"/>
            <a:ext cx="239244" cy="239244"/>
            <a:chOff x="8346173" y="4742890"/>
            <a:chExt cx="468508" cy="468508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04E25A3-1429-4DBF-B4B9-9D2D1EBEC719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28" name="Graphic 127">
              <a:extLst>
                <a:ext uri="{FF2B5EF4-FFF2-40B4-BE49-F238E27FC236}">
                  <a16:creationId xmlns:a16="http://schemas.microsoft.com/office/drawing/2014/main" id="{C926685B-AF91-4084-8A5A-0220DE2CA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98CB9C9-9802-42E5-9432-882BAA167B97}"/>
              </a:ext>
            </a:extLst>
          </p:cNvPr>
          <p:cNvGrpSpPr/>
          <p:nvPr/>
        </p:nvGrpSpPr>
        <p:grpSpPr>
          <a:xfrm>
            <a:off x="11053635" y="4416390"/>
            <a:ext cx="239244" cy="239244"/>
            <a:chOff x="8346173" y="4742890"/>
            <a:chExt cx="468508" cy="46850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37B84D6-064D-4127-AE05-47240B5771A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31" name="Graphic 130">
              <a:extLst>
                <a:ext uri="{FF2B5EF4-FFF2-40B4-BE49-F238E27FC236}">
                  <a16:creationId xmlns:a16="http://schemas.microsoft.com/office/drawing/2014/main" id="{90EA96BE-F753-423F-84E3-06ABDB69D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ABC5610-E89D-4425-B6B0-974F765B451F}"/>
              </a:ext>
            </a:extLst>
          </p:cNvPr>
          <p:cNvGrpSpPr/>
          <p:nvPr/>
        </p:nvGrpSpPr>
        <p:grpSpPr>
          <a:xfrm>
            <a:off x="11062670" y="2228886"/>
            <a:ext cx="239244" cy="239244"/>
            <a:chOff x="4418417" y="5069661"/>
            <a:chExt cx="468508" cy="468508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059E68B-1F37-41D0-823B-A8C240E0273D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34" name="Graphic 133">
              <a:extLst>
                <a:ext uri="{FF2B5EF4-FFF2-40B4-BE49-F238E27FC236}">
                  <a16:creationId xmlns:a16="http://schemas.microsoft.com/office/drawing/2014/main" id="{2047F69B-6AEC-465E-9ADB-D706950E4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5331ED6-216B-4A48-9951-8F4017BB63B4}"/>
              </a:ext>
            </a:extLst>
          </p:cNvPr>
          <p:cNvGrpSpPr/>
          <p:nvPr/>
        </p:nvGrpSpPr>
        <p:grpSpPr>
          <a:xfrm>
            <a:off x="11062670" y="3008954"/>
            <a:ext cx="239244" cy="239244"/>
            <a:chOff x="4418417" y="5069661"/>
            <a:chExt cx="468508" cy="468508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7E63484-73D2-4F00-B845-77FC704609A2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37" name="Graphic 136">
              <a:extLst>
                <a:ext uri="{FF2B5EF4-FFF2-40B4-BE49-F238E27FC236}">
                  <a16:creationId xmlns:a16="http://schemas.microsoft.com/office/drawing/2014/main" id="{5A5E3B25-4D43-4DF1-B299-F4C8AB66C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5F9A16C-7F29-41F2-B3BC-DAF1FB4209B1}"/>
              </a:ext>
            </a:extLst>
          </p:cNvPr>
          <p:cNvGrpSpPr/>
          <p:nvPr/>
        </p:nvGrpSpPr>
        <p:grpSpPr>
          <a:xfrm>
            <a:off x="11062670" y="3741433"/>
            <a:ext cx="239244" cy="239244"/>
            <a:chOff x="4418417" y="5069661"/>
            <a:chExt cx="468508" cy="468508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46EDC6A-B237-454D-B047-B9B7F7D8716A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897A32CD-161D-4DE6-B9EA-F5F96456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4EC1165-9A8A-469E-898B-D556BAF12B3E}"/>
              </a:ext>
            </a:extLst>
          </p:cNvPr>
          <p:cNvGrpSpPr/>
          <p:nvPr/>
        </p:nvGrpSpPr>
        <p:grpSpPr>
          <a:xfrm>
            <a:off x="11062670" y="4082659"/>
            <a:ext cx="239244" cy="239244"/>
            <a:chOff x="4418417" y="5069661"/>
            <a:chExt cx="468508" cy="468508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AD9B225-083B-4383-B544-A673D88DA879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43" name="Graphic 142">
              <a:extLst>
                <a:ext uri="{FF2B5EF4-FFF2-40B4-BE49-F238E27FC236}">
                  <a16:creationId xmlns:a16="http://schemas.microsoft.com/office/drawing/2014/main" id="{CF12B280-F306-4796-8F28-5D49AE672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62F9A3F-E955-40B5-A317-C4709E25BDC0}"/>
              </a:ext>
            </a:extLst>
          </p:cNvPr>
          <p:cNvGrpSpPr/>
          <p:nvPr/>
        </p:nvGrpSpPr>
        <p:grpSpPr>
          <a:xfrm>
            <a:off x="10105617" y="4763717"/>
            <a:ext cx="239244" cy="239244"/>
            <a:chOff x="8346173" y="4742890"/>
            <a:chExt cx="468508" cy="468508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AFF5C26-E2F8-4888-9296-FCC90C1D57B9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46" name="Graphic 145">
              <a:extLst>
                <a:ext uri="{FF2B5EF4-FFF2-40B4-BE49-F238E27FC236}">
                  <a16:creationId xmlns:a16="http://schemas.microsoft.com/office/drawing/2014/main" id="{84BB3D51-B116-48F6-99D6-DA11FDA79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712F6EE-F289-4ABB-8D92-0C42C199D334}"/>
              </a:ext>
            </a:extLst>
          </p:cNvPr>
          <p:cNvGrpSpPr/>
          <p:nvPr/>
        </p:nvGrpSpPr>
        <p:grpSpPr>
          <a:xfrm>
            <a:off x="10105617" y="5110861"/>
            <a:ext cx="239244" cy="239244"/>
            <a:chOff x="8346173" y="4742890"/>
            <a:chExt cx="468508" cy="468508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67217F4-E331-41F1-AAFC-0891ACEF02A3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13A2AF54-DC92-41E6-A224-4531684DB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868B48C-0C65-4BA5-A560-46C248113FAD}"/>
              </a:ext>
            </a:extLst>
          </p:cNvPr>
          <p:cNvGrpSpPr/>
          <p:nvPr/>
        </p:nvGrpSpPr>
        <p:grpSpPr>
          <a:xfrm>
            <a:off x="10105617" y="5472995"/>
            <a:ext cx="239244" cy="239244"/>
            <a:chOff x="8346173" y="4742890"/>
            <a:chExt cx="468508" cy="468508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1855D23-E027-4365-B36B-D169435C3A1D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52" name="Graphic 151">
              <a:extLst>
                <a:ext uri="{FF2B5EF4-FFF2-40B4-BE49-F238E27FC236}">
                  <a16:creationId xmlns:a16="http://schemas.microsoft.com/office/drawing/2014/main" id="{93F42772-ABFA-4FC1-A5D8-7FB9F4A9F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DD0110C-FF20-4CEF-AE6A-F78901DDEDB0}"/>
              </a:ext>
            </a:extLst>
          </p:cNvPr>
          <p:cNvGrpSpPr/>
          <p:nvPr/>
        </p:nvGrpSpPr>
        <p:grpSpPr>
          <a:xfrm>
            <a:off x="10105617" y="5865104"/>
            <a:ext cx="239244" cy="239244"/>
            <a:chOff x="8346173" y="4742890"/>
            <a:chExt cx="468508" cy="468508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0DBE0DB-18D2-437D-B674-F56842439679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55" name="Graphic 154">
              <a:extLst>
                <a:ext uri="{FF2B5EF4-FFF2-40B4-BE49-F238E27FC236}">
                  <a16:creationId xmlns:a16="http://schemas.microsoft.com/office/drawing/2014/main" id="{E60C163B-661D-44DD-8B46-9387E6B85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E21042C-0020-4942-8D30-14CE220C2608}"/>
              </a:ext>
            </a:extLst>
          </p:cNvPr>
          <p:cNvGrpSpPr/>
          <p:nvPr/>
        </p:nvGrpSpPr>
        <p:grpSpPr>
          <a:xfrm>
            <a:off x="11062670" y="1715094"/>
            <a:ext cx="239244" cy="239244"/>
            <a:chOff x="4418417" y="5069661"/>
            <a:chExt cx="468508" cy="468508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94C5258-4D11-414C-96E7-5807FAC94308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58" name="Graphic 157">
              <a:extLst>
                <a:ext uri="{FF2B5EF4-FFF2-40B4-BE49-F238E27FC236}">
                  <a16:creationId xmlns:a16="http://schemas.microsoft.com/office/drawing/2014/main" id="{EA1E81CD-E2FE-4EC3-BBB7-2F1C8993E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4D532BC-6736-420E-8554-4DAFA3835FC5}"/>
              </a:ext>
            </a:extLst>
          </p:cNvPr>
          <p:cNvGrpSpPr/>
          <p:nvPr/>
        </p:nvGrpSpPr>
        <p:grpSpPr>
          <a:xfrm>
            <a:off x="11062670" y="3377722"/>
            <a:ext cx="239244" cy="239244"/>
            <a:chOff x="4418417" y="5069661"/>
            <a:chExt cx="468508" cy="468508"/>
          </a:xfrm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D0C746CC-D305-41ED-8DE1-4D8CFFADFFFC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A3EC9F67-B50E-40BF-B030-2AA284F98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17CE59A-3597-4E54-9FDF-91F5780B42B8}"/>
              </a:ext>
            </a:extLst>
          </p:cNvPr>
          <p:cNvGrpSpPr/>
          <p:nvPr/>
        </p:nvGrpSpPr>
        <p:grpSpPr>
          <a:xfrm>
            <a:off x="11053635" y="5460815"/>
            <a:ext cx="239244" cy="239244"/>
            <a:chOff x="8346173" y="4742890"/>
            <a:chExt cx="468508" cy="468508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B71156A-F593-4E09-9631-FDD750DF8443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64" name="Graphic 163">
              <a:extLst>
                <a:ext uri="{FF2B5EF4-FFF2-40B4-BE49-F238E27FC236}">
                  <a16:creationId xmlns:a16="http://schemas.microsoft.com/office/drawing/2014/main" id="{49D83D44-32A1-437C-A465-5CB01787A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F69C53B-E086-43FD-99A7-7DCB2D0769FA}"/>
              </a:ext>
            </a:extLst>
          </p:cNvPr>
          <p:cNvGrpSpPr/>
          <p:nvPr/>
        </p:nvGrpSpPr>
        <p:grpSpPr>
          <a:xfrm>
            <a:off x="11062670" y="5099542"/>
            <a:ext cx="239244" cy="239244"/>
            <a:chOff x="4418417" y="5069661"/>
            <a:chExt cx="468508" cy="468508"/>
          </a:xfrm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893C36C0-8951-4014-928B-A00E12856445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67" name="Graphic 166">
              <a:extLst>
                <a:ext uri="{FF2B5EF4-FFF2-40B4-BE49-F238E27FC236}">
                  <a16:creationId xmlns:a16="http://schemas.microsoft.com/office/drawing/2014/main" id="{EE8DB762-8376-4019-BBFA-657AEC2C7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E7E7AA8-221D-46E3-81A3-8D2CD5049157}"/>
              </a:ext>
            </a:extLst>
          </p:cNvPr>
          <p:cNvGrpSpPr/>
          <p:nvPr/>
        </p:nvGrpSpPr>
        <p:grpSpPr>
          <a:xfrm>
            <a:off x="11062670" y="4753259"/>
            <a:ext cx="239244" cy="239244"/>
            <a:chOff x="4418417" y="5069661"/>
            <a:chExt cx="468508" cy="468508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7B63AA55-E1E1-4814-A3A2-59033E7D88E4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70" name="Graphic 169">
              <a:extLst>
                <a:ext uri="{FF2B5EF4-FFF2-40B4-BE49-F238E27FC236}">
                  <a16:creationId xmlns:a16="http://schemas.microsoft.com/office/drawing/2014/main" id="{F90A3618-ACC2-4BB9-A33B-2D1D481CA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aphicFrame>
        <p:nvGraphicFramePr>
          <p:cNvPr id="171" name="Table 3">
            <a:extLst>
              <a:ext uri="{FF2B5EF4-FFF2-40B4-BE49-F238E27FC236}">
                <a16:creationId xmlns:a16="http://schemas.microsoft.com/office/drawing/2014/main" id="{3DADEF09-2138-41CA-96F8-587FB0D71DB7}"/>
              </a:ext>
            </a:extLst>
          </p:cNvPr>
          <p:cNvGraphicFramePr>
            <a:graphicFrameLocks noGrp="1"/>
          </p:cNvGraphicFramePr>
          <p:nvPr/>
        </p:nvGraphicFramePr>
        <p:xfrm>
          <a:off x="479425" y="4888632"/>
          <a:ext cx="5544000" cy="11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476447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7554507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935329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增值服务</a:t>
                      </a:r>
                      <a:endParaRPr lang="en-GB" sz="1400" b="0" kern="1200" dirty="0">
                        <a:solidFill>
                          <a:srgbClr val="00CCFF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FIN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其他</a:t>
                      </a:r>
                      <a:endParaRPr lang="en-GB" sz="1400" b="0" kern="1200" dirty="0">
                        <a:solidFill>
                          <a:srgbClr val="00CCFF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568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Edge2Cloud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技术可以在任何地方方便和安全的远程访问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624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含标准的通讯驱动</a:t>
                      </a:r>
                      <a:endParaRPr lang="en-GB" sz="1400" kern="1200" dirty="0">
                        <a:solidFill>
                          <a:schemeClr val="dk1"/>
                        </a:solidFill>
                        <a:effectLst/>
                        <a:latin typeface="Manrope Medium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309293"/>
                  </a:ext>
                </a:extLst>
              </a:tr>
            </a:tbl>
          </a:graphicData>
        </a:graphic>
      </p:graphicFrame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D78186E-2CA7-4611-A8A9-828E9D01914E}"/>
              </a:ext>
            </a:extLst>
          </p:cNvPr>
          <p:cNvGrpSpPr/>
          <p:nvPr/>
        </p:nvGrpSpPr>
        <p:grpSpPr>
          <a:xfrm>
            <a:off x="4451129" y="5740731"/>
            <a:ext cx="239244" cy="239244"/>
            <a:chOff x="8346173" y="4742890"/>
            <a:chExt cx="468508" cy="468508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0B62CD2-B9BB-4C27-AD60-F40354464B4C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74" name="Graphic 173">
              <a:extLst>
                <a:ext uri="{FF2B5EF4-FFF2-40B4-BE49-F238E27FC236}">
                  <a16:creationId xmlns:a16="http://schemas.microsoft.com/office/drawing/2014/main" id="{EE081D50-1988-4388-B849-32566FF52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A399782-A306-40EB-8F9D-9AF745E0D371}"/>
              </a:ext>
            </a:extLst>
          </p:cNvPr>
          <p:cNvGrpSpPr/>
          <p:nvPr/>
        </p:nvGrpSpPr>
        <p:grpSpPr>
          <a:xfrm>
            <a:off x="5408182" y="5740731"/>
            <a:ext cx="239244" cy="239244"/>
            <a:chOff x="4418417" y="5069661"/>
            <a:chExt cx="468508" cy="468508"/>
          </a:xfrm>
        </p:grpSpPr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EBBA1A3E-C705-416B-94CA-811462062D66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77" name="Graphic 176">
              <a:extLst>
                <a:ext uri="{FF2B5EF4-FFF2-40B4-BE49-F238E27FC236}">
                  <a16:creationId xmlns:a16="http://schemas.microsoft.com/office/drawing/2014/main" id="{1E35ACD5-FA2D-44AC-8D5F-737E14E6F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A448F77-E1AE-487F-AD6C-7EEA53C085C5}"/>
              </a:ext>
            </a:extLst>
          </p:cNvPr>
          <p:cNvGrpSpPr/>
          <p:nvPr/>
        </p:nvGrpSpPr>
        <p:grpSpPr>
          <a:xfrm>
            <a:off x="4451129" y="5379562"/>
            <a:ext cx="239244" cy="239244"/>
            <a:chOff x="8346173" y="4742890"/>
            <a:chExt cx="468508" cy="468508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93833638-A263-4EC6-95D8-01893B477D5A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80" name="Graphic 179">
              <a:extLst>
                <a:ext uri="{FF2B5EF4-FFF2-40B4-BE49-F238E27FC236}">
                  <a16:creationId xmlns:a16="http://schemas.microsoft.com/office/drawing/2014/main" id="{DCEE0C98-0C15-43EA-AE87-FA152EDCA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676DB62C-BBDD-4ABC-9F59-5F93C70E62CD}"/>
              </a:ext>
            </a:extLst>
          </p:cNvPr>
          <p:cNvGrpSpPr/>
          <p:nvPr/>
        </p:nvGrpSpPr>
        <p:grpSpPr>
          <a:xfrm>
            <a:off x="1411477" y="6292301"/>
            <a:ext cx="239244" cy="239244"/>
            <a:chOff x="4418417" y="5069661"/>
            <a:chExt cx="468508" cy="468508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DC6B28F0-546E-4106-85D9-D7E450841A30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83" name="Graphic 182">
              <a:extLst>
                <a:ext uri="{FF2B5EF4-FFF2-40B4-BE49-F238E27FC236}">
                  <a16:creationId xmlns:a16="http://schemas.microsoft.com/office/drawing/2014/main" id="{B3817FB7-3DBB-4972-89D4-02440778C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39764EB-32F2-41E0-8DEF-9779CD72D167}"/>
              </a:ext>
            </a:extLst>
          </p:cNvPr>
          <p:cNvGrpSpPr/>
          <p:nvPr/>
        </p:nvGrpSpPr>
        <p:grpSpPr>
          <a:xfrm>
            <a:off x="470799" y="6292301"/>
            <a:ext cx="239244" cy="239244"/>
            <a:chOff x="8346173" y="4742890"/>
            <a:chExt cx="468508" cy="468508"/>
          </a:xfrm>
        </p:grpSpPr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D8FA217-79CF-43B6-8B20-6CAADDA484A0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86" name="Graphic 185">
              <a:extLst>
                <a:ext uri="{FF2B5EF4-FFF2-40B4-BE49-F238E27FC236}">
                  <a16:creationId xmlns:a16="http://schemas.microsoft.com/office/drawing/2014/main" id="{29E3A19B-5102-4BDD-B2AC-E26291F2E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3B92527D-9C8A-4043-98D8-00D4395D97EA}"/>
              </a:ext>
            </a:extLst>
          </p:cNvPr>
          <p:cNvSpPr txBox="1"/>
          <p:nvPr/>
        </p:nvSpPr>
        <p:spPr>
          <a:xfrm>
            <a:off x="710043" y="6296507"/>
            <a:ext cx="8363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488B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有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3488B2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9AEC0AF-FC02-4E02-928F-E57B361EB767}"/>
              </a:ext>
            </a:extLst>
          </p:cNvPr>
          <p:cNvSpPr txBox="1"/>
          <p:nvPr/>
        </p:nvSpPr>
        <p:spPr>
          <a:xfrm>
            <a:off x="1650721" y="6296507"/>
            <a:ext cx="10313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488B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没有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3488B2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BDD0BCE-D443-4FD2-B2CE-73022B4C770C}"/>
              </a:ext>
            </a:extLst>
          </p:cNvPr>
          <p:cNvSpPr txBox="1"/>
          <p:nvPr/>
        </p:nvSpPr>
        <p:spPr>
          <a:xfrm>
            <a:off x="2593895" y="6307140"/>
            <a:ext cx="20796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3488B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需要额外的编程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3488B2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9E722D9-334C-4FF2-BC7A-7D85FAB84A86}"/>
              </a:ext>
            </a:extLst>
          </p:cNvPr>
          <p:cNvGrpSpPr/>
          <p:nvPr/>
        </p:nvGrpSpPr>
        <p:grpSpPr>
          <a:xfrm>
            <a:off x="2356964" y="6302934"/>
            <a:ext cx="239244" cy="239244"/>
            <a:chOff x="4418417" y="5069661"/>
            <a:chExt cx="468508" cy="468508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3C6448C-B526-488F-B3F8-BE2BCFF28F7B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92" name="Graphic 191">
              <a:extLst>
                <a:ext uri="{FF2B5EF4-FFF2-40B4-BE49-F238E27FC236}">
                  <a16:creationId xmlns:a16="http://schemas.microsoft.com/office/drawing/2014/main" id="{EEAE2081-A80E-4926-97DF-BE8C00CD4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F9FC19C4-E858-4C74-97DF-C78BAA653CFD}"/>
              </a:ext>
            </a:extLst>
          </p:cNvPr>
          <p:cNvSpPr txBox="1"/>
          <p:nvPr/>
        </p:nvSpPr>
        <p:spPr>
          <a:xfrm>
            <a:off x="5601932" y="5655320"/>
            <a:ext cx="200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3488B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4E01E0D-E7C1-4ECB-8017-E9625E48A641}"/>
              </a:ext>
            </a:extLst>
          </p:cNvPr>
          <p:cNvGrpSpPr/>
          <p:nvPr/>
        </p:nvGrpSpPr>
        <p:grpSpPr>
          <a:xfrm>
            <a:off x="3823142" y="6302934"/>
            <a:ext cx="239244" cy="239244"/>
            <a:chOff x="4418417" y="5069661"/>
            <a:chExt cx="468508" cy="468508"/>
          </a:xfrm>
        </p:grpSpPr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4FC6BAD-7C00-4DEF-B88B-19542B560E78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96" name="Graphic 195">
              <a:extLst>
                <a:ext uri="{FF2B5EF4-FFF2-40B4-BE49-F238E27FC236}">
                  <a16:creationId xmlns:a16="http://schemas.microsoft.com/office/drawing/2014/main" id="{FE1CA201-F0EC-49D5-98F1-9B503FC01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90252A0F-1305-403B-9E47-60FE38179021}"/>
              </a:ext>
            </a:extLst>
          </p:cNvPr>
          <p:cNvSpPr txBox="1"/>
          <p:nvPr/>
        </p:nvSpPr>
        <p:spPr>
          <a:xfrm>
            <a:off x="4020147" y="6230688"/>
            <a:ext cx="200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3488B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FC17B7C-ACED-4A50-93CF-0484FA04E606}"/>
              </a:ext>
            </a:extLst>
          </p:cNvPr>
          <p:cNvGrpSpPr/>
          <p:nvPr/>
        </p:nvGrpSpPr>
        <p:grpSpPr>
          <a:xfrm>
            <a:off x="5408182" y="5351342"/>
            <a:ext cx="239244" cy="239244"/>
            <a:chOff x="4418417" y="5069661"/>
            <a:chExt cx="468508" cy="468508"/>
          </a:xfrm>
        </p:grpSpPr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9F0ED50F-60D6-407E-8892-7E15B23AED70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200" name="Graphic 199">
              <a:extLst>
                <a:ext uri="{FF2B5EF4-FFF2-40B4-BE49-F238E27FC236}">
                  <a16:creationId xmlns:a16="http://schemas.microsoft.com/office/drawing/2014/main" id="{254853CE-93EA-4E4A-BDFB-D81AEDE31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87B60E2-8421-4E33-B85C-1E055B1DEA00}"/>
              </a:ext>
            </a:extLst>
          </p:cNvPr>
          <p:cNvGrpSpPr/>
          <p:nvPr/>
        </p:nvGrpSpPr>
        <p:grpSpPr>
          <a:xfrm>
            <a:off x="11062670" y="5852073"/>
            <a:ext cx="239244" cy="239244"/>
            <a:chOff x="4418417" y="5069661"/>
            <a:chExt cx="468508" cy="468508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FF870D9E-E024-46ED-A5BB-164982D9AB2A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203" name="Graphic 202">
              <a:extLst>
                <a:ext uri="{FF2B5EF4-FFF2-40B4-BE49-F238E27FC236}">
                  <a16:creationId xmlns:a16="http://schemas.microsoft.com/office/drawing/2014/main" id="{1D86B424-6EF7-4B3B-AD53-88CEE9E4E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65EA5DB-6E2E-368B-5D04-51878DC9AE67}"/>
              </a:ext>
            </a:extLst>
          </p:cNvPr>
          <p:cNvGrpSpPr/>
          <p:nvPr/>
        </p:nvGrpSpPr>
        <p:grpSpPr>
          <a:xfrm>
            <a:off x="4451129" y="5743401"/>
            <a:ext cx="239244" cy="239244"/>
            <a:chOff x="8346173" y="4742890"/>
            <a:chExt cx="468508" cy="46850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B7F938D-D5C6-0064-75DF-BF96EA18F7A1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481E373-0D7F-1EFE-2C97-90899C51F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97BDA66-3CE6-44AD-0D0A-CE8E9751291E}"/>
              </a:ext>
            </a:extLst>
          </p:cNvPr>
          <p:cNvGrpSpPr/>
          <p:nvPr/>
        </p:nvGrpSpPr>
        <p:grpSpPr>
          <a:xfrm>
            <a:off x="5408182" y="5743401"/>
            <a:ext cx="239244" cy="239244"/>
            <a:chOff x="4418417" y="5069661"/>
            <a:chExt cx="468508" cy="46850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7614739-72A3-D19D-05CC-28D6564465D5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7B2FAF7-EC93-533D-DDC2-C8D7FC51D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0A03EC-36B5-1A34-16C6-EF0E266D6B42}"/>
              </a:ext>
            </a:extLst>
          </p:cNvPr>
          <p:cNvGrpSpPr/>
          <p:nvPr/>
        </p:nvGrpSpPr>
        <p:grpSpPr>
          <a:xfrm>
            <a:off x="4451129" y="5350333"/>
            <a:ext cx="239244" cy="239244"/>
            <a:chOff x="8346173" y="4742890"/>
            <a:chExt cx="468508" cy="46850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F2549F-6B09-1027-B377-7AD8515F6DA3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B05966D-9524-37FE-E40B-F4270EF3F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2C00AF-C95B-1668-4BD9-9AF2CB14ED3C}"/>
              </a:ext>
            </a:extLst>
          </p:cNvPr>
          <p:cNvGrpSpPr/>
          <p:nvPr/>
        </p:nvGrpSpPr>
        <p:grpSpPr>
          <a:xfrm>
            <a:off x="11062670" y="2669927"/>
            <a:ext cx="239244" cy="239244"/>
            <a:chOff x="4418417" y="5069661"/>
            <a:chExt cx="468508" cy="46850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5ECBA4-492B-4368-D77A-8482FF813374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34A4FDC-A1B6-2B6D-4BD3-B5FC60044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DEE7C1-A572-2642-1605-9CC0E6BFAE36}"/>
              </a:ext>
            </a:extLst>
          </p:cNvPr>
          <p:cNvGrpSpPr/>
          <p:nvPr/>
        </p:nvGrpSpPr>
        <p:grpSpPr>
          <a:xfrm>
            <a:off x="10105617" y="2675219"/>
            <a:ext cx="239244" cy="239244"/>
            <a:chOff x="8346173" y="4742890"/>
            <a:chExt cx="468508" cy="46850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BCD53C3-C7B9-C7D8-8F53-AB6356988A1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87072EBD-A93B-8885-A574-6029885C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97B20B3-C3C0-D8A7-C87D-93931176B7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529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7B20B3-C3C0-D8A7-C87D-93931176B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" name="Google Shape;561;p18"/>
          <p:cNvSpPr txBox="1">
            <a:spLocks noGrp="1"/>
          </p:cNvSpPr>
          <p:nvPr>
            <p:ph type="title"/>
          </p:nvPr>
        </p:nvSpPr>
        <p:spPr>
          <a:xfrm>
            <a:off x="389626" y="20290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dirty="0"/>
              <a:t>FIN &amp; Competition</a:t>
            </a:r>
            <a:endParaRPr dirty="0"/>
          </a:p>
        </p:txBody>
      </p:sp>
      <p:graphicFrame>
        <p:nvGraphicFramePr>
          <p:cNvPr id="51" name="Table 3">
            <a:extLst>
              <a:ext uri="{FF2B5EF4-FFF2-40B4-BE49-F238E27FC236}">
                <a16:creationId xmlns:a16="http://schemas.microsoft.com/office/drawing/2014/main" id="{60141730-BA1F-47B7-AED5-28FD40D47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23315"/>
              </p:ext>
            </p:extLst>
          </p:nvPr>
        </p:nvGraphicFramePr>
        <p:xfrm>
          <a:off x="479425" y="1303534"/>
          <a:ext cx="5544000" cy="315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476447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7554507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935329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000" b="0" dirty="0">
                          <a:solidFill>
                            <a:srgbClr val="00CCFF"/>
                          </a:solidFill>
                          <a:latin typeface="+mj-lt"/>
                        </a:rPr>
                        <a:t>Open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FIN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Competition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568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Intuitive and mobile friendly user experience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624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We don’t lock you into a proprietary system</a:t>
                      </a:r>
                      <a:br>
                        <a:rPr lang="en-GB" sz="1100" dirty="0">
                          <a:effectLst/>
                          <a:latin typeface="Manrope Medium" pitchFamily="2" charset="0"/>
                        </a:rPr>
                      </a:br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– work with any system integrator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30929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Standard UI over existing automation systems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38234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Natively supports Haystack 4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713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Simplifies multi-system integration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281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Browser-based configuration and commissioning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9562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Analytics optimized fast database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550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effectLst/>
                          <a:latin typeface="Manrope Medium" pitchFamily="2" charset="0"/>
                        </a:rPr>
                        <a:t>Powerful database query language</a:t>
                      </a:r>
                    </a:p>
                  </a:txBody>
                  <a:tcPr marL="68580" marR="68580" marT="0" marB="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12147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6630B60E-A99A-4EDD-B840-444BEA4478AC}"/>
              </a:ext>
            </a:extLst>
          </p:cNvPr>
          <p:cNvSpPr txBox="1"/>
          <p:nvPr/>
        </p:nvSpPr>
        <p:spPr>
          <a:xfrm>
            <a:off x="5008690" y="5988158"/>
            <a:ext cx="10147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accent3"/>
                </a:solidFill>
              </a:rPr>
              <a:t>Additional cost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3E3C948-E8EB-4E9F-84D6-48F643371671}"/>
              </a:ext>
            </a:extLst>
          </p:cNvPr>
          <p:cNvGrpSpPr/>
          <p:nvPr/>
        </p:nvGrpSpPr>
        <p:grpSpPr>
          <a:xfrm>
            <a:off x="4451129" y="1686765"/>
            <a:ext cx="239244" cy="239244"/>
            <a:chOff x="8346173" y="4742890"/>
            <a:chExt cx="468508" cy="468508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CC1226A-DA4C-4FE4-B3A9-06600B854CBB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2183DC56-1E0C-4003-BEB8-A4248E6E3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B88348B-B560-4F1E-BF4C-784A2A63EBAF}"/>
              </a:ext>
            </a:extLst>
          </p:cNvPr>
          <p:cNvGrpSpPr/>
          <p:nvPr/>
        </p:nvGrpSpPr>
        <p:grpSpPr>
          <a:xfrm>
            <a:off x="5408182" y="1686765"/>
            <a:ext cx="239244" cy="239244"/>
            <a:chOff x="4418417" y="5069661"/>
            <a:chExt cx="468508" cy="468508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8DB2269-6EEC-4A0A-8CEB-A98434DF8E37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F40143B7-59AA-4927-9BF0-905713B9E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960B81-E65E-4692-B420-457B2AC36D5D}"/>
              </a:ext>
            </a:extLst>
          </p:cNvPr>
          <p:cNvGrpSpPr/>
          <p:nvPr/>
        </p:nvGrpSpPr>
        <p:grpSpPr>
          <a:xfrm>
            <a:off x="4451129" y="2046265"/>
            <a:ext cx="239244" cy="239244"/>
            <a:chOff x="8346173" y="4742890"/>
            <a:chExt cx="468508" cy="46850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961A4EF-790D-437A-9890-76844CB14D89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89456EF7-80AA-4A83-B957-97A8B0DDC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0A9A9D5-92E1-46CB-AAE8-67DB7E2B4A96}"/>
              </a:ext>
            </a:extLst>
          </p:cNvPr>
          <p:cNvGrpSpPr/>
          <p:nvPr/>
        </p:nvGrpSpPr>
        <p:grpSpPr>
          <a:xfrm>
            <a:off x="4451129" y="2405765"/>
            <a:ext cx="239244" cy="239244"/>
            <a:chOff x="8346173" y="4742890"/>
            <a:chExt cx="468508" cy="46850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9F6CA9-57F5-4D85-8E5C-3C05106A0E0C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027CE4A7-9599-40AB-AD96-882F04D31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0BFA5DD-B928-416F-A28C-F6E8BBFFB399}"/>
              </a:ext>
            </a:extLst>
          </p:cNvPr>
          <p:cNvGrpSpPr/>
          <p:nvPr/>
        </p:nvGrpSpPr>
        <p:grpSpPr>
          <a:xfrm>
            <a:off x="4451129" y="2765265"/>
            <a:ext cx="239244" cy="239244"/>
            <a:chOff x="8346173" y="4742890"/>
            <a:chExt cx="468508" cy="468508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60F8E67-C02A-4388-85FC-A42CCA05FC4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93041C8C-69BB-4529-A0E1-1951A179B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F8CF06-750C-404D-B7A0-9F9C7F78C70E}"/>
              </a:ext>
            </a:extLst>
          </p:cNvPr>
          <p:cNvGrpSpPr/>
          <p:nvPr/>
        </p:nvGrpSpPr>
        <p:grpSpPr>
          <a:xfrm>
            <a:off x="4451129" y="3124765"/>
            <a:ext cx="239244" cy="239244"/>
            <a:chOff x="8346173" y="4742890"/>
            <a:chExt cx="468508" cy="468508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0E56D7D-BCF5-492D-BAFA-1AD20816FBF2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CC709C7B-0C41-411D-8BDD-ABD1B33F9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F818305-184F-4943-9F17-E73CF1360C27}"/>
              </a:ext>
            </a:extLst>
          </p:cNvPr>
          <p:cNvGrpSpPr/>
          <p:nvPr/>
        </p:nvGrpSpPr>
        <p:grpSpPr>
          <a:xfrm>
            <a:off x="4451129" y="3484265"/>
            <a:ext cx="239244" cy="239244"/>
            <a:chOff x="8346173" y="4742890"/>
            <a:chExt cx="468508" cy="468508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DB81D32-7B1A-4862-A12F-33F9904462C4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DC229604-903E-45FD-A4BE-CE8D564B2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0A84FBC-FACE-4E86-90E6-9230DC0F5C02}"/>
              </a:ext>
            </a:extLst>
          </p:cNvPr>
          <p:cNvGrpSpPr/>
          <p:nvPr/>
        </p:nvGrpSpPr>
        <p:grpSpPr>
          <a:xfrm>
            <a:off x="4451129" y="3843765"/>
            <a:ext cx="239244" cy="239244"/>
            <a:chOff x="8346173" y="4742890"/>
            <a:chExt cx="468508" cy="468508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BF86220-E2BF-40F4-88DC-6C89479F7AA0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4C711C0A-7E2B-4DF6-BC85-AD5BF1C3B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D671AE8-E28C-49A6-BF80-7244328E3ADD}"/>
              </a:ext>
            </a:extLst>
          </p:cNvPr>
          <p:cNvGrpSpPr/>
          <p:nvPr/>
        </p:nvGrpSpPr>
        <p:grpSpPr>
          <a:xfrm>
            <a:off x="4451129" y="4203266"/>
            <a:ext cx="239244" cy="239244"/>
            <a:chOff x="8346173" y="4742890"/>
            <a:chExt cx="468508" cy="468508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01ACB01-35E2-4F98-96F0-283FCA7A69D2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0BCF988A-CB7E-44EF-8C9E-116CC5492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8387B35-5D75-4BAF-80D1-FD736B072D12}"/>
              </a:ext>
            </a:extLst>
          </p:cNvPr>
          <p:cNvGrpSpPr/>
          <p:nvPr/>
        </p:nvGrpSpPr>
        <p:grpSpPr>
          <a:xfrm>
            <a:off x="5399147" y="2405765"/>
            <a:ext cx="239244" cy="239244"/>
            <a:chOff x="8346173" y="4742890"/>
            <a:chExt cx="468508" cy="468508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5A53B67-6579-4C96-8951-7FC69343603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2" name="Graphic 81">
              <a:extLst>
                <a:ext uri="{FF2B5EF4-FFF2-40B4-BE49-F238E27FC236}">
                  <a16:creationId xmlns:a16="http://schemas.microsoft.com/office/drawing/2014/main" id="{725F2A85-B81A-4189-99F4-3BE107B15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2FD4870-A884-4E66-8037-1794B91A98B0}"/>
              </a:ext>
            </a:extLst>
          </p:cNvPr>
          <p:cNvGrpSpPr/>
          <p:nvPr/>
        </p:nvGrpSpPr>
        <p:grpSpPr>
          <a:xfrm>
            <a:off x="5399147" y="3124765"/>
            <a:ext cx="239244" cy="239244"/>
            <a:chOff x="8346173" y="4742890"/>
            <a:chExt cx="468508" cy="468508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22FAC7B-4340-4587-AF42-32422865E12E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98F1423F-E294-4CA9-B2AB-00529F287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5002F9B-BFB2-4D46-BF1E-E680141E7A81}"/>
              </a:ext>
            </a:extLst>
          </p:cNvPr>
          <p:cNvGrpSpPr/>
          <p:nvPr/>
        </p:nvGrpSpPr>
        <p:grpSpPr>
          <a:xfrm>
            <a:off x="5408182" y="2046265"/>
            <a:ext cx="239244" cy="239244"/>
            <a:chOff x="4418417" y="5069661"/>
            <a:chExt cx="468508" cy="468508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EE5C390E-0443-40BF-88AF-352AF2289E14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B55AD400-59C2-46EE-A5FC-77EF7338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299A586-6986-4DC5-B997-A9BA690E9FF2}"/>
              </a:ext>
            </a:extLst>
          </p:cNvPr>
          <p:cNvGrpSpPr/>
          <p:nvPr/>
        </p:nvGrpSpPr>
        <p:grpSpPr>
          <a:xfrm>
            <a:off x="5408182" y="2765265"/>
            <a:ext cx="239244" cy="239244"/>
            <a:chOff x="4418417" y="5069661"/>
            <a:chExt cx="468508" cy="46850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DB41CCF-5640-4365-BA38-0249DCA82067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52EE17C2-A8E4-404B-8E0D-9D6AFAC4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63FC535-5EEA-45B4-9DDE-13B4BD5C6351}"/>
              </a:ext>
            </a:extLst>
          </p:cNvPr>
          <p:cNvGrpSpPr/>
          <p:nvPr/>
        </p:nvGrpSpPr>
        <p:grpSpPr>
          <a:xfrm>
            <a:off x="5408182" y="3484265"/>
            <a:ext cx="239244" cy="239244"/>
            <a:chOff x="4418417" y="5069661"/>
            <a:chExt cx="468508" cy="468508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EF4D06D-DDDD-4940-85CE-4EBF7587079B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8B66293B-EA62-46C7-9135-6D471827B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6B69D47-5249-4714-B82F-49AB0BA075D8}"/>
              </a:ext>
            </a:extLst>
          </p:cNvPr>
          <p:cNvGrpSpPr/>
          <p:nvPr/>
        </p:nvGrpSpPr>
        <p:grpSpPr>
          <a:xfrm>
            <a:off x="5408182" y="3843765"/>
            <a:ext cx="239244" cy="239244"/>
            <a:chOff x="4418417" y="5069661"/>
            <a:chExt cx="468508" cy="468508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A861CEB-C763-4421-9A33-3F28011B8894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DBADFA5F-445F-4FA1-A156-7A1E78FFD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1FB7946-8F34-4A43-A73D-A0D9ED444B41}"/>
              </a:ext>
            </a:extLst>
          </p:cNvPr>
          <p:cNvGrpSpPr/>
          <p:nvPr/>
        </p:nvGrpSpPr>
        <p:grpSpPr>
          <a:xfrm>
            <a:off x="5408182" y="4203266"/>
            <a:ext cx="239244" cy="239244"/>
            <a:chOff x="4418417" y="5069661"/>
            <a:chExt cx="468508" cy="468508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8341769-00F1-49CD-AECB-9A51CE52169D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CF16D284-E6D5-4EC8-BBD3-CD65FF6F8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aphicFrame>
        <p:nvGraphicFramePr>
          <p:cNvPr id="101" name="Table 3">
            <a:extLst>
              <a:ext uri="{FF2B5EF4-FFF2-40B4-BE49-F238E27FC236}">
                <a16:creationId xmlns:a16="http://schemas.microsoft.com/office/drawing/2014/main" id="{42AA74EE-69F4-4418-AA19-4DDA08961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10811"/>
              </p:ext>
            </p:extLst>
          </p:nvPr>
        </p:nvGraphicFramePr>
        <p:xfrm>
          <a:off x="6133913" y="1303534"/>
          <a:ext cx="5544000" cy="48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476447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7554507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935329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Ease of Use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FIN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Competition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568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Context-sensitive, predictive navigation</a:t>
                      </a:r>
                      <a:b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</a:b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– eliminate clicks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624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Auto-generated hyperlinks (Magic Bubbles)</a:t>
                      </a:r>
                      <a:b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</a:b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saves engineering time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30929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Dashboard builder app for customized UIs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38234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Integrated alarm console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713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Semantic tagging model to improve</a:t>
                      </a:r>
                      <a:b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</a:b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data management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281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Workflow tools to improve productivity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9562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Extensive range of wizards to simplify</a:t>
                      </a:r>
                      <a:b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</a:b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common tasks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550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Resizable graphics in 2D and 3D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51214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Templates to simplify device management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2386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Reusability of graphics and logic with tagging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7879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Scheduling functionality which is context-sensitive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88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Auto-generated point graphics and summary tables</a:t>
                      </a:r>
                      <a:b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</a:b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– zero engineering required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97290"/>
                  </a:ext>
                </a:extLst>
              </a:tr>
            </a:tbl>
          </a:graphicData>
        </a:graphic>
      </p:graphicFrame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9B41B77-F835-4DD0-AF88-8BE7FC4AD819}"/>
              </a:ext>
            </a:extLst>
          </p:cNvPr>
          <p:cNvGrpSpPr/>
          <p:nvPr/>
        </p:nvGrpSpPr>
        <p:grpSpPr>
          <a:xfrm>
            <a:off x="10105617" y="1686765"/>
            <a:ext cx="239244" cy="239244"/>
            <a:chOff x="8346173" y="4742890"/>
            <a:chExt cx="468508" cy="46850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1C1017C-AE4D-4FA4-8FE1-D1C67270E7D6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A2AA48AE-CA94-4A20-B6FE-7AF182B29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FAF3C10-C023-43E2-A926-CF7A58AB1CFA}"/>
              </a:ext>
            </a:extLst>
          </p:cNvPr>
          <p:cNvGrpSpPr/>
          <p:nvPr/>
        </p:nvGrpSpPr>
        <p:grpSpPr>
          <a:xfrm>
            <a:off x="11062670" y="2488186"/>
            <a:ext cx="239244" cy="239244"/>
            <a:chOff x="4418417" y="5069661"/>
            <a:chExt cx="468508" cy="468508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66524CE-54FA-4F0D-99FE-F2544530AEC3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AE7E2108-80F2-4A18-95DB-8857F987F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55C4F37-8B09-4B6C-976A-F92E992497DA}"/>
              </a:ext>
            </a:extLst>
          </p:cNvPr>
          <p:cNvGrpSpPr/>
          <p:nvPr/>
        </p:nvGrpSpPr>
        <p:grpSpPr>
          <a:xfrm>
            <a:off x="10105617" y="2116354"/>
            <a:ext cx="239244" cy="239244"/>
            <a:chOff x="8346173" y="4742890"/>
            <a:chExt cx="468508" cy="46850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42C168B-CE62-4063-8E4F-45B9EA828450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BC5CE850-85FC-4B02-BA20-81828826C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5D7BB40-0B58-4FC7-9A45-F9AC2BD6058E}"/>
              </a:ext>
            </a:extLst>
          </p:cNvPr>
          <p:cNvGrpSpPr/>
          <p:nvPr/>
        </p:nvGrpSpPr>
        <p:grpSpPr>
          <a:xfrm>
            <a:off x="10105617" y="2493478"/>
            <a:ext cx="239244" cy="239244"/>
            <a:chOff x="8346173" y="4742890"/>
            <a:chExt cx="468508" cy="468508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51B526-2155-45B2-9232-71FFB928D4F8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13" name="Graphic 112">
              <a:extLst>
                <a:ext uri="{FF2B5EF4-FFF2-40B4-BE49-F238E27FC236}">
                  <a16:creationId xmlns:a16="http://schemas.microsoft.com/office/drawing/2014/main" id="{FE287F72-3F2D-4ABC-973C-916EB259C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4E5D3CB-E5D3-449A-8801-5058D5A7D9A7}"/>
              </a:ext>
            </a:extLst>
          </p:cNvPr>
          <p:cNvGrpSpPr/>
          <p:nvPr/>
        </p:nvGrpSpPr>
        <p:grpSpPr>
          <a:xfrm>
            <a:off x="10105617" y="2855612"/>
            <a:ext cx="239244" cy="239244"/>
            <a:chOff x="8346173" y="4742890"/>
            <a:chExt cx="468508" cy="46850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5541D12-F9A3-4179-95DD-D15856529691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16" name="Graphic 115">
              <a:extLst>
                <a:ext uri="{FF2B5EF4-FFF2-40B4-BE49-F238E27FC236}">
                  <a16:creationId xmlns:a16="http://schemas.microsoft.com/office/drawing/2014/main" id="{37E32B68-026A-491B-B1FF-267E8D3E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BF0C00C-1B4D-43C9-837E-10934A03C518}"/>
              </a:ext>
            </a:extLst>
          </p:cNvPr>
          <p:cNvGrpSpPr/>
          <p:nvPr/>
        </p:nvGrpSpPr>
        <p:grpSpPr>
          <a:xfrm>
            <a:off x="10105617" y="3225241"/>
            <a:ext cx="239244" cy="239244"/>
            <a:chOff x="8346173" y="4742890"/>
            <a:chExt cx="468508" cy="46850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6B4F35E-6012-483A-9B9C-E8A38D81E6E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19" name="Graphic 118">
              <a:extLst>
                <a:ext uri="{FF2B5EF4-FFF2-40B4-BE49-F238E27FC236}">
                  <a16:creationId xmlns:a16="http://schemas.microsoft.com/office/drawing/2014/main" id="{63BFD47B-AD72-43CE-8044-07500179C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44CF2B6-F47E-493F-96F7-CE3A17C9CEC2}"/>
              </a:ext>
            </a:extLst>
          </p:cNvPr>
          <p:cNvGrpSpPr/>
          <p:nvPr/>
        </p:nvGrpSpPr>
        <p:grpSpPr>
          <a:xfrm>
            <a:off x="10105617" y="3632345"/>
            <a:ext cx="239244" cy="239244"/>
            <a:chOff x="8346173" y="4742890"/>
            <a:chExt cx="468508" cy="4685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30F5F97-6E55-4579-A615-C07751CC9FDB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D9BA562F-74FB-4879-997F-B5046C27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5D65433-563D-4BDA-9EDC-00E8F478B417}"/>
              </a:ext>
            </a:extLst>
          </p:cNvPr>
          <p:cNvGrpSpPr/>
          <p:nvPr/>
        </p:nvGrpSpPr>
        <p:grpSpPr>
          <a:xfrm>
            <a:off x="10105617" y="4016964"/>
            <a:ext cx="239244" cy="239244"/>
            <a:chOff x="8346173" y="4742890"/>
            <a:chExt cx="468508" cy="468508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2B0FBF1-B22A-4DA9-BD06-1FBB4EAA6B6A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BB906C77-70AA-4C5C-93FA-24EE7BCDF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E7591E5-A311-4079-B834-B3F6EB142F2C}"/>
              </a:ext>
            </a:extLst>
          </p:cNvPr>
          <p:cNvGrpSpPr/>
          <p:nvPr/>
        </p:nvGrpSpPr>
        <p:grpSpPr>
          <a:xfrm>
            <a:off x="10105617" y="4384491"/>
            <a:ext cx="239244" cy="239244"/>
            <a:chOff x="8346173" y="4742890"/>
            <a:chExt cx="468508" cy="468508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04E25A3-1429-4DBF-B4B9-9D2D1EBEC719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28" name="Graphic 127">
              <a:extLst>
                <a:ext uri="{FF2B5EF4-FFF2-40B4-BE49-F238E27FC236}">
                  <a16:creationId xmlns:a16="http://schemas.microsoft.com/office/drawing/2014/main" id="{C926685B-AF91-4084-8A5A-0220DE2CA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98CB9C9-9802-42E5-9432-882BAA167B97}"/>
              </a:ext>
            </a:extLst>
          </p:cNvPr>
          <p:cNvGrpSpPr/>
          <p:nvPr/>
        </p:nvGrpSpPr>
        <p:grpSpPr>
          <a:xfrm>
            <a:off x="11053635" y="4384491"/>
            <a:ext cx="239244" cy="239244"/>
            <a:chOff x="8346173" y="4742890"/>
            <a:chExt cx="468508" cy="46850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37B84D6-064D-4127-AE05-47240B5771A5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31" name="Graphic 130">
              <a:extLst>
                <a:ext uri="{FF2B5EF4-FFF2-40B4-BE49-F238E27FC236}">
                  <a16:creationId xmlns:a16="http://schemas.microsoft.com/office/drawing/2014/main" id="{90EA96BE-F753-423F-84E3-06ABDB69D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ABC5610-E89D-4425-B6B0-974F765B451F}"/>
              </a:ext>
            </a:extLst>
          </p:cNvPr>
          <p:cNvGrpSpPr/>
          <p:nvPr/>
        </p:nvGrpSpPr>
        <p:grpSpPr>
          <a:xfrm>
            <a:off x="11062670" y="2111923"/>
            <a:ext cx="239244" cy="239244"/>
            <a:chOff x="4418417" y="5069661"/>
            <a:chExt cx="468508" cy="468508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059E68B-1F37-41D0-823B-A8C240E0273D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34" name="Graphic 133">
              <a:extLst>
                <a:ext uri="{FF2B5EF4-FFF2-40B4-BE49-F238E27FC236}">
                  <a16:creationId xmlns:a16="http://schemas.microsoft.com/office/drawing/2014/main" id="{2047F69B-6AEC-465E-9ADB-D706950E4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5331ED6-216B-4A48-9951-8F4017BB63B4}"/>
              </a:ext>
            </a:extLst>
          </p:cNvPr>
          <p:cNvGrpSpPr/>
          <p:nvPr/>
        </p:nvGrpSpPr>
        <p:grpSpPr>
          <a:xfrm>
            <a:off x="11062670" y="2849459"/>
            <a:ext cx="239244" cy="239244"/>
            <a:chOff x="4418417" y="5069661"/>
            <a:chExt cx="468508" cy="468508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7E63484-73D2-4F00-B845-77FC704609A2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37" name="Graphic 136">
              <a:extLst>
                <a:ext uri="{FF2B5EF4-FFF2-40B4-BE49-F238E27FC236}">
                  <a16:creationId xmlns:a16="http://schemas.microsoft.com/office/drawing/2014/main" id="{5A5E3B25-4D43-4DF1-B299-F4C8AB66C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5F9A16C-7F29-41F2-B3BC-DAF1FB4209B1}"/>
              </a:ext>
            </a:extLst>
          </p:cNvPr>
          <p:cNvGrpSpPr/>
          <p:nvPr/>
        </p:nvGrpSpPr>
        <p:grpSpPr>
          <a:xfrm>
            <a:off x="11062670" y="3624470"/>
            <a:ext cx="239244" cy="239244"/>
            <a:chOff x="4418417" y="5069661"/>
            <a:chExt cx="468508" cy="468508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46EDC6A-B237-454D-B047-B9B7F7D8716A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897A32CD-161D-4DE6-B9EA-F5F96456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4EC1165-9A8A-469E-898B-D556BAF12B3E}"/>
              </a:ext>
            </a:extLst>
          </p:cNvPr>
          <p:cNvGrpSpPr/>
          <p:nvPr/>
        </p:nvGrpSpPr>
        <p:grpSpPr>
          <a:xfrm>
            <a:off x="11062670" y="4008228"/>
            <a:ext cx="239244" cy="239244"/>
            <a:chOff x="4418417" y="5069661"/>
            <a:chExt cx="468508" cy="468508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AD9B225-083B-4383-B544-A673D88DA879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43" name="Graphic 142">
              <a:extLst>
                <a:ext uri="{FF2B5EF4-FFF2-40B4-BE49-F238E27FC236}">
                  <a16:creationId xmlns:a16="http://schemas.microsoft.com/office/drawing/2014/main" id="{CF12B280-F306-4796-8F28-5D49AE672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62F9A3F-E955-40B5-A317-C4709E25BDC0}"/>
              </a:ext>
            </a:extLst>
          </p:cNvPr>
          <p:cNvGrpSpPr/>
          <p:nvPr/>
        </p:nvGrpSpPr>
        <p:grpSpPr>
          <a:xfrm>
            <a:off x="10105617" y="4763717"/>
            <a:ext cx="239244" cy="239244"/>
            <a:chOff x="8346173" y="4742890"/>
            <a:chExt cx="468508" cy="468508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AFF5C26-E2F8-4888-9296-FCC90C1D57B9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46" name="Graphic 145">
              <a:extLst>
                <a:ext uri="{FF2B5EF4-FFF2-40B4-BE49-F238E27FC236}">
                  <a16:creationId xmlns:a16="http://schemas.microsoft.com/office/drawing/2014/main" id="{84BB3D51-B116-48F6-99D6-DA11FDA79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712F6EE-F289-4ABB-8D92-0C42C199D334}"/>
              </a:ext>
            </a:extLst>
          </p:cNvPr>
          <p:cNvGrpSpPr/>
          <p:nvPr/>
        </p:nvGrpSpPr>
        <p:grpSpPr>
          <a:xfrm>
            <a:off x="10105617" y="5110861"/>
            <a:ext cx="239244" cy="239244"/>
            <a:chOff x="8346173" y="4742890"/>
            <a:chExt cx="468508" cy="468508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67217F4-E331-41F1-AAFC-0891ACEF02A3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13A2AF54-DC92-41E6-A224-4531684DB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868B48C-0C65-4BA5-A560-46C248113FAD}"/>
              </a:ext>
            </a:extLst>
          </p:cNvPr>
          <p:cNvGrpSpPr/>
          <p:nvPr/>
        </p:nvGrpSpPr>
        <p:grpSpPr>
          <a:xfrm>
            <a:off x="10105617" y="5472995"/>
            <a:ext cx="239244" cy="239244"/>
            <a:chOff x="8346173" y="4742890"/>
            <a:chExt cx="468508" cy="468508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1855D23-E027-4365-B36B-D169435C3A1D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52" name="Graphic 151">
              <a:extLst>
                <a:ext uri="{FF2B5EF4-FFF2-40B4-BE49-F238E27FC236}">
                  <a16:creationId xmlns:a16="http://schemas.microsoft.com/office/drawing/2014/main" id="{93F42772-ABFA-4FC1-A5D8-7FB9F4A9F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DD0110C-FF20-4CEF-AE6A-F78901DDEDB0}"/>
              </a:ext>
            </a:extLst>
          </p:cNvPr>
          <p:cNvGrpSpPr/>
          <p:nvPr/>
        </p:nvGrpSpPr>
        <p:grpSpPr>
          <a:xfrm>
            <a:off x="10105617" y="5865104"/>
            <a:ext cx="239244" cy="239244"/>
            <a:chOff x="8346173" y="4742890"/>
            <a:chExt cx="468508" cy="468508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0DBE0DB-18D2-437D-B674-F56842439679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55" name="Graphic 154">
              <a:extLst>
                <a:ext uri="{FF2B5EF4-FFF2-40B4-BE49-F238E27FC236}">
                  <a16:creationId xmlns:a16="http://schemas.microsoft.com/office/drawing/2014/main" id="{E60C163B-661D-44DD-8B46-9387E6B85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E21042C-0020-4942-8D30-14CE220C2608}"/>
              </a:ext>
            </a:extLst>
          </p:cNvPr>
          <p:cNvGrpSpPr/>
          <p:nvPr/>
        </p:nvGrpSpPr>
        <p:grpSpPr>
          <a:xfrm>
            <a:off x="11062670" y="1683195"/>
            <a:ext cx="239244" cy="239244"/>
            <a:chOff x="4418417" y="5069661"/>
            <a:chExt cx="468508" cy="468508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94C5258-4D11-414C-96E7-5807FAC94308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58" name="Graphic 157">
              <a:extLst>
                <a:ext uri="{FF2B5EF4-FFF2-40B4-BE49-F238E27FC236}">
                  <a16:creationId xmlns:a16="http://schemas.microsoft.com/office/drawing/2014/main" id="{EA1E81CD-E2FE-4EC3-BBB7-2F1C8993E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4D532BC-6736-420E-8554-4DAFA3835FC5}"/>
              </a:ext>
            </a:extLst>
          </p:cNvPr>
          <p:cNvGrpSpPr/>
          <p:nvPr/>
        </p:nvGrpSpPr>
        <p:grpSpPr>
          <a:xfrm>
            <a:off x="11062670" y="3218227"/>
            <a:ext cx="239244" cy="239244"/>
            <a:chOff x="4418417" y="5069661"/>
            <a:chExt cx="468508" cy="468508"/>
          </a:xfrm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D0C746CC-D305-41ED-8DE1-4D8CFFADFFFC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A3EC9F67-B50E-40BF-B030-2AA284F98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17CE59A-3597-4E54-9FDF-91F5780B42B8}"/>
              </a:ext>
            </a:extLst>
          </p:cNvPr>
          <p:cNvGrpSpPr/>
          <p:nvPr/>
        </p:nvGrpSpPr>
        <p:grpSpPr>
          <a:xfrm>
            <a:off x="11053635" y="5460815"/>
            <a:ext cx="239244" cy="239244"/>
            <a:chOff x="8346173" y="4742890"/>
            <a:chExt cx="468508" cy="468508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B71156A-F593-4E09-9631-FDD750DF8443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64" name="Graphic 163">
              <a:extLst>
                <a:ext uri="{FF2B5EF4-FFF2-40B4-BE49-F238E27FC236}">
                  <a16:creationId xmlns:a16="http://schemas.microsoft.com/office/drawing/2014/main" id="{49D83D44-32A1-437C-A465-5CB01787A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F69C53B-E086-43FD-99A7-7DCB2D0769FA}"/>
              </a:ext>
            </a:extLst>
          </p:cNvPr>
          <p:cNvGrpSpPr/>
          <p:nvPr/>
        </p:nvGrpSpPr>
        <p:grpSpPr>
          <a:xfrm>
            <a:off x="11062670" y="5099542"/>
            <a:ext cx="239244" cy="239244"/>
            <a:chOff x="4418417" y="5069661"/>
            <a:chExt cx="468508" cy="468508"/>
          </a:xfrm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893C36C0-8951-4014-928B-A00E12856445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67" name="Graphic 166">
              <a:extLst>
                <a:ext uri="{FF2B5EF4-FFF2-40B4-BE49-F238E27FC236}">
                  <a16:creationId xmlns:a16="http://schemas.microsoft.com/office/drawing/2014/main" id="{EE8DB762-8376-4019-BBFA-657AEC2C7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E7E7AA8-221D-46E3-81A3-8D2CD5049157}"/>
              </a:ext>
            </a:extLst>
          </p:cNvPr>
          <p:cNvGrpSpPr/>
          <p:nvPr/>
        </p:nvGrpSpPr>
        <p:grpSpPr>
          <a:xfrm>
            <a:off x="11062670" y="4753259"/>
            <a:ext cx="239244" cy="239244"/>
            <a:chOff x="4418417" y="5069661"/>
            <a:chExt cx="468508" cy="468508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7B63AA55-E1E1-4814-A3A2-59033E7D88E4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70" name="Graphic 169">
              <a:extLst>
                <a:ext uri="{FF2B5EF4-FFF2-40B4-BE49-F238E27FC236}">
                  <a16:creationId xmlns:a16="http://schemas.microsoft.com/office/drawing/2014/main" id="{F90A3618-ACC2-4BB9-A33B-2D1D481CA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aphicFrame>
        <p:nvGraphicFramePr>
          <p:cNvPr id="171" name="Table 3">
            <a:extLst>
              <a:ext uri="{FF2B5EF4-FFF2-40B4-BE49-F238E27FC236}">
                <a16:creationId xmlns:a16="http://schemas.microsoft.com/office/drawing/2014/main" id="{3DADEF09-2138-41CA-96F8-587FB0D71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0864"/>
              </p:ext>
            </p:extLst>
          </p:nvPr>
        </p:nvGraphicFramePr>
        <p:xfrm>
          <a:off x="479425" y="4697238"/>
          <a:ext cx="5544000" cy="108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476447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07554507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935329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en-GB" sz="10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Value-Add Services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FIN Stack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rgbClr val="00CCFF"/>
                          </a:solidFill>
                          <a:latin typeface="+mj-lt"/>
                          <a:ea typeface="+mn-ea"/>
                          <a:cs typeface="+mn-cs"/>
                        </a:rPr>
                        <a:t>Competition</a:t>
                      </a:r>
                    </a:p>
                  </a:txBody>
                  <a:tcPr anchor="ctr">
                    <a:solidFill>
                      <a:srgbClr val="0D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568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Edge2Cloud technology for easy and</a:t>
                      </a:r>
                      <a:b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</a:b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secure remote access anywhere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6247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Manrope Medium" pitchFamily="2" charset="0"/>
                          <a:ea typeface="+mn-ea"/>
                          <a:cs typeface="+mn-cs"/>
                        </a:rPr>
                        <a:t>Standard drivers included</a:t>
                      </a:r>
                    </a:p>
                  </a:txBody>
                  <a:tcPr marL="68580" marR="68580" marT="36000" marB="36000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>
                        <a:latin typeface="+mj-lt"/>
                      </a:endParaRPr>
                    </a:p>
                  </a:txBody>
                  <a:tcPr marT="36000" marB="3600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309293"/>
                  </a:ext>
                </a:extLst>
              </a:tr>
            </a:tbl>
          </a:graphicData>
        </a:graphic>
      </p:graphicFrame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D78186E-2CA7-4611-A8A9-828E9D01914E}"/>
              </a:ext>
            </a:extLst>
          </p:cNvPr>
          <p:cNvGrpSpPr/>
          <p:nvPr/>
        </p:nvGrpSpPr>
        <p:grpSpPr>
          <a:xfrm>
            <a:off x="4451129" y="5453652"/>
            <a:ext cx="239244" cy="239244"/>
            <a:chOff x="8346173" y="4742890"/>
            <a:chExt cx="468508" cy="468508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0B62CD2-B9BB-4C27-AD60-F40354464B4C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74" name="Graphic 173">
              <a:extLst>
                <a:ext uri="{FF2B5EF4-FFF2-40B4-BE49-F238E27FC236}">
                  <a16:creationId xmlns:a16="http://schemas.microsoft.com/office/drawing/2014/main" id="{EE081D50-1988-4388-B849-32566FF52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A399782-A306-40EB-8F9D-9AF745E0D371}"/>
              </a:ext>
            </a:extLst>
          </p:cNvPr>
          <p:cNvGrpSpPr/>
          <p:nvPr/>
        </p:nvGrpSpPr>
        <p:grpSpPr>
          <a:xfrm>
            <a:off x="5408182" y="5453652"/>
            <a:ext cx="239244" cy="239244"/>
            <a:chOff x="4418417" y="5069661"/>
            <a:chExt cx="468508" cy="468508"/>
          </a:xfrm>
        </p:grpSpPr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EBBA1A3E-C705-416B-94CA-811462062D66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77" name="Graphic 176">
              <a:extLst>
                <a:ext uri="{FF2B5EF4-FFF2-40B4-BE49-F238E27FC236}">
                  <a16:creationId xmlns:a16="http://schemas.microsoft.com/office/drawing/2014/main" id="{1E35ACD5-FA2D-44AC-8D5F-737E14E6F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A448F77-E1AE-487F-AD6C-7EEA53C085C5}"/>
              </a:ext>
            </a:extLst>
          </p:cNvPr>
          <p:cNvGrpSpPr/>
          <p:nvPr/>
        </p:nvGrpSpPr>
        <p:grpSpPr>
          <a:xfrm>
            <a:off x="4451129" y="5092483"/>
            <a:ext cx="239244" cy="239244"/>
            <a:chOff x="8346173" y="4742890"/>
            <a:chExt cx="468508" cy="468508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93833638-A263-4EC6-95D8-01893B477D5A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80" name="Graphic 179">
              <a:extLst>
                <a:ext uri="{FF2B5EF4-FFF2-40B4-BE49-F238E27FC236}">
                  <a16:creationId xmlns:a16="http://schemas.microsoft.com/office/drawing/2014/main" id="{DCEE0C98-0C15-43EA-AE87-FA152EDCA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676DB62C-BBDD-4ABC-9F59-5F93C70E62CD}"/>
              </a:ext>
            </a:extLst>
          </p:cNvPr>
          <p:cNvGrpSpPr/>
          <p:nvPr/>
        </p:nvGrpSpPr>
        <p:grpSpPr>
          <a:xfrm>
            <a:off x="1411477" y="5983952"/>
            <a:ext cx="239244" cy="239244"/>
            <a:chOff x="4418417" y="5069661"/>
            <a:chExt cx="468508" cy="468508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DC6B28F0-546E-4106-85D9-D7E450841A30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83" name="Graphic 182">
              <a:extLst>
                <a:ext uri="{FF2B5EF4-FFF2-40B4-BE49-F238E27FC236}">
                  <a16:creationId xmlns:a16="http://schemas.microsoft.com/office/drawing/2014/main" id="{B3817FB7-3DBB-4972-89D4-02440778C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39764EB-32F2-41E0-8DEF-9779CD72D167}"/>
              </a:ext>
            </a:extLst>
          </p:cNvPr>
          <p:cNvGrpSpPr/>
          <p:nvPr/>
        </p:nvGrpSpPr>
        <p:grpSpPr>
          <a:xfrm>
            <a:off x="470799" y="5983952"/>
            <a:ext cx="239244" cy="239244"/>
            <a:chOff x="8346173" y="4742890"/>
            <a:chExt cx="468508" cy="468508"/>
          </a:xfrm>
        </p:grpSpPr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D8FA217-79CF-43B6-8B20-6CAADDA484A0}"/>
                </a:ext>
              </a:extLst>
            </p:cNvPr>
            <p:cNvSpPr/>
            <p:nvPr/>
          </p:nvSpPr>
          <p:spPr>
            <a:xfrm>
              <a:off x="8346173" y="4742890"/>
              <a:ext cx="468508" cy="46850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86" name="Graphic 185">
              <a:extLst>
                <a:ext uri="{FF2B5EF4-FFF2-40B4-BE49-F238E27FC236}">
                  <a16:creationId xmlns:a16="http://schemas.microsoft.com/office/drawing/2014/main" id="{29E3A19B-5102-4BDD-B2AC-E26291F2E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445" y="4876145"/>
              <a:ext cx="265964" cy="201998"/>
            </a:xfrm>
            <a:prstGeom prst="rect">
              <a:avLst/>
            </a:prstGeom>
          </p:spPr>
        </p:pic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3B92527D-9C8A-4043-98D8-00D4395D97EA}"/>
              </a:ext>
            </a:extLst>
          </p:cNvPr>
          <p:cNvSpPr txBox="1"/>
          <p:nvPr/>
        </p:nvSpPr>
        <p:spPr>
          <a:xfrm>
            <a:off x="710043" y="5988158"/>
            <a:ext cx="8363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accent3"/>
                </a:solidFill>
              </a:rPr>
              <a:t>Available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9AEC0AF-FC02-4E02-928F-E57B361EB767}"/>
              </a:ext>
            </a:extLst>
          </p:cNvPr>
          <p:cNvSpPr txBox="1"/>
          <p:nvPr/>
        </p:nvSpPr>
        <p:spPr>
          <a:xfrm>
            <a:off x="1650721" y="5988158"/>
            <a:ext cx="10313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accent3"/>
                </a:solidFill>
              </a:rPr>
              <a:t>Not Available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BDD0BCE-D443-4FD2-B2CE-73022B4C770C}"/>
              </a:ext>
            </a:extLst>
          </p:cNvPr>
          <p:cNvSpPr txBox="1"/>
          <p:nvPr/>
        </p:nvSpPr>
        <p:spPr>
          <a:xfrm>
            <a:off x="2806552" y="5988158"/>
            <a:ext cx="20796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accent3"/>
                </a:solidFill>
              </a:rPr>
              <a:t>Additional programming required</a:t>
            </a: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9E722D9-334C-4FF2-BC7A-7D85FAB84A86}"/>
              </a:ext>
            </a:extLst>
          </p:cNvPr>
          <p:cNvGrpSpPr/>
          <p:nvPr/>
        </p:nvGrpSpPr>
        <p:grpSpPr>
          <a:xfrm>
            <a:off x="2569621" y="5983952"/>
            <a:ext cx="239244" cy="239244"/>
            <a:chOff x="4418417" y="5069661"/>
            <a:chExt cx="468508" cy="468508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3C6448C-B526-488F-B3F8-BE2BCFF28F7B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92" name="Graphic 191">
              <a:extLst>
                <a:ext uri="{FF2B5EF4-FFF2-40B4-BE49-F238E27FC236}">
                  <a16:creationId xmlns:a16="http://schemas.microsoft.com/office/drawing/2014/main" id="{EEAE2081-A80E-4926-97DF-BE8C00CD4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F9FC19C4-E858-4C74-97DF-C78BAA653CFD}"/>
              </a:ext>
            </a:extLst>
          </p:cNvPr>
          <p:cNvSpPr txBox="1"/>
          <p:nvPr/>
        </p:nvSpPr>
        <p:spPr>
          <a:xfrm>
            <a:off x="5601932" y="5368241"/>
            <a:ext cx="200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accent3"/>
                </a:solidFill>
              </a:rPr>
              <a:t>*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4E01E0D-E7C1-4ECB-8017-E9625E48A641}"/>
              </a:ext>
            </a:extLst>
          </p:cNvPr>
          <p:cNvGrpSpPr/>
          <p:nvPr/>
        </p:nvGrpSpPr>
        <p:grpSpPr>
          <a:xfrm>
            <a:off x="4769446" y="5983952"/>
            <a:ext cx="239244" cy="239244"/>
            <a:chOff x="4418417" y="5069661"/>
            <a:chExt cx="468508" cy="468508"/>
          </a:xfrm>
        </p:grpSpPr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4FC6BAD-7C00-4DEF-B88B-19542B560E78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96" name="Graphic 195">
              <a:extLst>
                <a:ext uri="{FF2B5EF4-FFF2-40B4-BE49-F238E27FC236}">
                  <a16:creationId xmlns:a16="http://schemas.microsoft.com/office/drawing/2014/main" id="{FE1CA201-F0EC-49D5-98F1-9B503FC01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0000">
              <a:off x="4560156" y="5211400"/>
              <a:ext cx="185031" cy="185031"/>
            </a:xfrm>
            <a:prstGeom prst="rect">
              <a:avLst/>
            </a:prstGeom>
          </p:spPr>
        </p:pic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90252A0F-1305-403B-9E47-60FE38179021}"/>
              </a:ext>
            </a:extLst>
          </p:cNvPr>
          <p:cNvSpPr txBox="1"/>
          <p:nvPr/>
        </p:nvSpPr>
        <p:spPr>
          <a:xfrm>
            <a:off x="4966451" y="5911706"/>
            <a:ext cx="200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accent3"/>
                </a:solidFill>
              </a:rPr>
              <a:t>*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FC17B7C-ACED-4A50-93CF-0484FA04E606}"/>
              </a:ext>
            </a:extLst>
          </p:cNvPr>
          <p:cNvGrpSpPr/>
          <p:nvPr/>
        </p:nvGrpSpPr>
        <p:grpSpPr>
          <a:xfrm>
            <a:off x="5408182" y="5096162"/>
            <a:ext cx="239244" cy="239244"/>
            <a:chOff x="4418417" y="5069661"/>
            <a:chExt cx="468508" cy="468508"/>
          </a:xfrm>
        </p:grpSpPr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9F0ED50F-60D6-407E-8892-7E15B23AED70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00" name="Graphic 199">
              <a:extLst>
                <a:ext uri="{FF2B5EF4-FFF2-40B4-BE49-F238E27FC236}">
                  <a16:creationId xmlns:a16="http://schemas.microsoft.com/office/drawing/2014/main" id="{254853CE-93EA-4E4A-BDFB-D81AEDE31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87B60E2-8421-4E33-B85C-1E055B1DEA00}"/>
              </a:ext>
            </a:extLst>
          </p:cNvPr>
          <p:cNvGrpSpPr/>
          <p:nvPr/>
        </p:nvGrpSpPr>
        <p:grpSpPr>
          <a:xfrm>
            <a:off x="11062670" y="5852073"/>
            <a:ext cx="239244" cy="239244"/>
            <a:chOff x="4418417" y="5069661"/>
            <a:chExt cx="468508" cy="468508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FF870D9E-E024-46ED-A5BB-164982D9AB2A}"/>
                </a:ext>
              </a:extLst>
            </p:cNvPr>
            <p:cNvSpPr/>
            <p:nvPr/>
          </p:nvSpPr>
          <p:spPr>
            <a:xfrm>
              <a:off x="4418417" y="5069661"/>
              <a:ext cx="468508" cy="4685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03" name="Graphic 202">
              <a:extLst>
                <a:ext uri="{FF2B5EF4-FFF2-40B4-BE49-F238E27FC236}">
                  <a16:creationId xmlns:a16="http://schemas.microsoft.com/office/drawing/2014/main" id="{1D86B424-6EF7-4B3B-AD53-88CEE9E4E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0155" y="5211399"/>
              <a:ext cx="185031" cy="18503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C8C53AF5-A215-FA14-1FF2-C7E24B0B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F32C19E-326F-592E-33A8-810A5964CA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4069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32C19E-326F-592E-33A8-810A5964CA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" name="Google Shape;561;p18">
            <a:extLst>
              <a:ext uri="{FF2B5EF4-FFF2-40B4-BE49-F238E27FC236}">
                <a16:creationId xmlns:a16="http://schemas.microsoft.com/office/drawing/2014/main" id="{4F22F1EB-A3A6-C813-EDC0-2C3AC3CA33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626" y="202903"/>
            <a:ext cx="10515600" cy="58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GB" dirty="0"/>
              <a:t>FIN Framework &amp; Tridium N4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6D5D3-3535-630E-F3CD-5F4A88700B53}"/>
              </a:ext>
            </a:extLst>
          </p:cNvPr>
          <p:cNvSpPr/>
          <p:nvPr/>
        </p:nvSpPr>
        <p:spPr bwMode="auto">
          <a:xfrm>
            <a:off x="1425996" y="2113679"/>
            <a:ext cx="2085197" cy="30915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Global Programming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E85DCB-EEC4-C815-9F56-071ED3088615}"/>
              </a:ext>
            </a:extLst>
          </p:cNvPr>
          <p:cNvSpPr/>
          <p:nvPr/>
        </p:nvSpPr>
        <p:spPr bwMode="auto">
          <a:xfrm>
            <a:off x="1433949" y="2483906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Trending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ADAE34-5A9B-0B07-FA41-F2548F1C44ED}"/>
              </a:ext>
            </a:extLst>
          </p:cNvPr>
          <p:cNvSpPr/>
          <p:nvPr/>
        </p:nvSpPr>
        <p:spPr bwMode="auto">
          <a:xfrm>
            <a:off x="1417916" y="2850203"/>
            <a:ext cx="2085198" cy="30915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Alarm Management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BF61F8-E8F1-E6D1-2BB0-0192EF8FBBF1}"/>
              </a:ext>
            </a:extLst>
          </p:cNvPr>
          <p:cNvSpPr/>
          <p:nvPr/>
        </p:nvSpPr>
        <p:spPr bwMode="auto">
          <a:xfrm>
            <a:off x="1417917" y="3261733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Scheduling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F7E5F3-6FA2-F8D8-5DB4-EAFF7AAE1913}"/>
              </a:ext>
            </a:extLst>
          </p:cNvPr>
          <p:cNvSpPr/>
          <p:nvPr/>
        </p:nvSpPr>
        <p:spPr bwMode="auto">
          <a:xfrm>
            <a:off x="1425993" y="3631174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User Management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30F012-33F7-30B4-FC01-59726FFA40B1}"/>
              </a:ext>
            </a:extLst>
          </p:cNvPr>
          <p:cNvSpPr/>
          <p:nvPr/>
        </p:nvSpPr>
        <p:spPr bwMode="auto">
          <a:xfrm>
            <a:off x="1425993" y="4024051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Weather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D42FA5-C615-E699-8E80-7D389B6E0C56}"/>
              </a:ext>
            </a:extLst>
          </p:cNvPr>
          <p:cNvSpPr/>
          <p:nvPr/>
        </p:nvSpPr>
        <p:spPr bwMode="auto">
          <a:xfrm>
            <a:off x="1425178" y="4417136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Advanced Reporting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8C08A5-DABA-3F0E-236F-B1115E033C7E}"/>
              </a:ext>
            </a:extLst>
          </p:cNvPr>
          <p:cNvSpPr/>
          <p:nvPr/>
        </p:nvSpPr>
        <p:spPr bwMode="auto">
          <a:xfrm>
            <a:off x="1417916" y="4791318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Notes/Task Documentation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F401E-E37D-A3BB-CEA2-72BCA4FAE3E0}"/>
              </a:ext>
            </a:extLst>
          </p:cNvPr>
          <p:cNvSpPr/>
          <p:nvPr/>
        </p:nvSpPr>
        <p:spPr bwMode="auto">
          <a:xfrm>
            <a:off x="3583116" y="1285618"/>
            <a:ext cx="2948953" cy="5096299"/>
          </a:xfrm>
          <a:prstGeom prst="rect">
            <a:avLst/>
          </a:prstGeom>
          <a:solidFill>
            <a:srgbClr val="7DD2E6"/>
          </a:solidFill>
          <a:ln>
            <a:noFill/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798" kern="12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57AC9F-B0DA-55FF-D6B8-7E54C93B134F}"/>
              </a:ext>
            </a:extLst>
          </p:cNvPr>
          <p:cNvSpPr/>
          <p:nvPr/>
        </p:nvSpPr>
        <p:spPr bwMode="auto">
          <a:xfrm>
            <a:off x="7767128" y="1285618"/>
            <a:ext cx="2948953" cy="5096297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endParaRPr lang="en-US" sz="1798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9F7573-4F28-FBED-F6FF-8BC9C58A0913}"/>
              </a:ext>
            </a:extLst>
          </p:cNvPr>
          <p:cNvSpPr/>
          <p:nvPr/>
        </p:nvSpPr>
        <p:spPr bwMode="auto">
          <a:xfrm>
            <a:off x="3713319" y="213513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 Block Application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F4ADE1-5234-BE10-085A-6E13CB08CCBC}"/>
              </a:ext>
            </a:extLst>
          </p:cNvPr>
          <p:cNvSpPr/>
          <p:nvPr/>
        </p:nvSpPr>
        <p:spPr bwMode="auto">
          <a:xfrm>
            <a:off x="3713319" y="2498867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4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Local trending, sync BACnet &amp; Haystack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964106-5A89-E149-6AB3-FC809957B42D}"/>
              </a:ext>
            </a:extLst>
          </p:cNvPr>
          <p:cNvSpPr/>
          <p:nvPr/>
        </p:nvSpPr>
        <p:spPr bwMode="auto">
          <a:xfrm>
            <a:off x="3713319" y="2886199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9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Local alarm manager, sync BACnet &amp; Haystack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D9EB49-F7E6-86D5-5290-E885AE7984FF}"/>
              </a:ext>
            </a:extLst>
          </p:cNvPr>
          <p:cNvSpPr/>
          <p:nvPr/>
        </p:nvSpPr>
        <p:spPr bwMode="auto">
          <a:xfrm>
            <a:off x="3713319" y="326475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9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Local scheduling, sync BACnet &amp;</a:t>
            </a:r>
            <a:r>
              <a:rPr lang="en-US" sz="9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9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Haystack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A36CF4-F6C8-59B1-B6EF-5924B6FC5526}"/>
              </a:ext>
            </a:extLst>
          </p:cNvPr>
          <p:cNvSpPr/>
          <p:nvPr/>
        </p:nvSpPr>
        <p:spPr bwMode="auto">
          <a:xfrm>
            <a:off x="3713319" y="3626425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9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Custom profile based user, unlimited users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A01EE6-CE32-3798-BAED-268EBC8996EE}"/>
              </a:ext>
            </a:extLst>
          </p:cNvPr>
          <p:cNvSpPr/>
          <p:nvPr/>
        </p:nvSpPr>
        <p:spPr bwMode="auto">
          <a:xfrm>
            <a:off x="3713319" y="4024492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9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Yes, data can be applied to programming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FA2024-5154-56C9-FB0C-80E431AB75D6}"/>
              </a:ext>
            </a:extLst>
          </p:cNvPr>
          <p:cNvSpPr/>
          <p:nvPr/>
        </p:nvSpPr>
        <p:spPr bwMode="auto">
          <a:xfrm>
            <a:off x="3713319" y="442256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</a:t>
            </a:r>
            <a:r>
              <a:rPr lang="en-US" sz="9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10681D-E7D0-AAF6-191A-E54604A7BE35}"/>
              </a:ext>
            </a:extLst>
          </p:cNvPr>
          <p:cNvSpPr/>
          <p:nvPr/>
        </p:nvSpPr>
        <p:spPr bwMode="auto">
          <a:xfrm>
            <a:off x="3713319" y="480303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 (full reporting)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0D5E80-202A-A103-E4DF-602BDA82FDAB}"/>
              </a:ext>
            </a:extLst>
          </p:cNvPr>
          <p:cNvSpPr/>
          <p:nvPr/>
        </p:nvSpPr>
        <p:spPr bwMode="auto">
          <a:xfrm>
            <a:off x="7908479" y="213513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 Block (i.e. Wire Sheet)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475DD0-2E6E-DD70-0F49-CCEEA827B852}"/>
              </a:ext>
            </a:extLst>
          </p:cNvPr>
          <p:cNvSpPr/>
          <p:nvPr/>
        </p:nvSpPr>
        <p:spPr bwMode="auto">
          <a:xfrm>
            <a:off x="7908479" y="2498867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4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Local trending, sync BACnet &amp; Haystack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7ECA82-955D-97BE-F435-697B2BFAF614}"/>
              </a:ext>
            </a:extLst>
          </p:cNvPr>
          <p:cNvSpPr/>
          <p:nvPr/>
        </p:nvSpPr>
        <p:spPr bwMode="auto">
          <a:xfrm>
            <a:off x="7908479" y="2886199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Local alarm manager, sync BACnet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05064B-37F5-059D-F5B0-DACE3453F4B1}"/>
              </a:ext>
            </a:extLst>
          </p:cNvPr>
          <p:cNvSpPr/>
          <p:nvPr/>
        </p:nvSpPr>
        <p:spPr bwMode="auto">
          <a:xfrm>
            <a:off x="7908479" y="326475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Local scheduling, sync BACnet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1DCA37-C253-78C2-200B-848876E8B7A8}"/>
              </a:ext>
            </a:extLst>
          </p:cNvPr>
          <p:cNvSpPr/>
          <p:nvPr/>
        </p:nvSpPr>
        <p:spPr bwMode="auto">
          <a:xfrm>
            <a:off x="7908479" y="3626425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9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Custom profile based user, unlimited users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6F7B87-A281-8AE1-14A8-613BF5AC7E41}"/>
              </a:ext>
            </a:extLst>
          </p:cNvPr>
          <p:cNvSpPr/>
          <p:nvPr/>
        </p:nvSpPr>
        <p:spPr bwMode="auto">
          <a:xfrm>
            <a:off x="7908479" y="4024492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4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Yes, data can be applied to programming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A4FD4C-89F8-EF22-DD2C-3E0FA89E402C}"/>
              </a:ext>
            </a:extLst>
          </p:cNvPr>
          <p:cNvSpPr/>
          <p:nvPr/>
        </p:nvSpPr>
        <p:spPr bwMode="auto">
          <a:xfrm>
            <a:off x="7908479" y="442256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</a:t>
            </a:r>
            <a:endParaRPr lang="en-US" sz="9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26AD8B-E9D9-397E-1104-E6AAF59403F7}"/>
              </a:ext>
            </a:extLst>
          </p:cNvPr>
          <p:cNvSpPr/>
          <p:nvPr/>
        </p:nvSpPr>
        <p:spPr bwMode="auto">
          <a:xfrm>
            <a:off x="7908479" y="480303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Limited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D4BDCF-4272-2915-4654-4A06C5A8E051}"/>
              </a:ext>
            </a:extLst>
          </p:cNvPr>
          <p:cNvSpPr/>
          <p:nvPr/>
        </p:nvSpPr>
        <p:spPr bwMode="auto">
          <a:xfrm>
            <a:off x="1425994" y="5167116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Native Tenant Billing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DCC181-5C39-B3A3-D06C-9A33139A2DB2}"/>
              </a:ext>
            </a:extLst>
          </p:cNvPr>
          <p:cNvSpPr/>
          <p:nvPr/>
        </p:nvSpPr>
        <p:spPr bwMode="auto">
          <a:xfrm>
            <a:off x="3721397" y="5178828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</a:t>
            </a:r>
            <a:endParaRPr lang="en-US" sz="9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67B534-649E-FFD5-81A7-1B063164D85C}"/>
              </a:ext>
            </a:extLst>
          </p:cNvPr>
          <p:cNvSpPr/>
          <p:nvPr/>
        </p:nvSpPr>
        <p:spPr bwMode="auto">
          <a:xfrm>
            <a:off x="7916557" y="5178828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1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No</a:t>
            </a:r>
            <a:endParaRPr lang="en-US" sz="9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6AE5BE-5215-D81D-849D-42279A29E0AF}"/>
              </a:ext>
            </a:extLst>
          </p:cNvPr>
          <p:cNvSpPr/>
          <p:nvPr/>
        </p:nvSpPr>
        <p:spPr bwMode="auto">
          <a:xfrm>
            <a:off x="1425994" y="5551549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Browser Based Management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112D62-D4C5-3379-CE79-085BCA7306DB}"/>
              </a:ext>
            </a:extLst>
          </p:cNvPr>
          <p:cNvSpPr/>
          <p:nvPr/>
        </p:nvSpPr>
        <p:spPr bwMode="auto">
          <a:xfrm>
            <a:off x="3721397" y="556326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9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HTML5 - Full feature, any network client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3394D8-BD88-5197-72A2-EDFB0186E57A}"/>
              </a:ext>
            </a:extLst>
          </p:cNvPr>
          <p:cNvSpPr/>
          <p:nvPr/>
        </p:nvSpPr>
        <p:spPr bwMode="auto">
          <a:xfrm>
            <a:off x="7916557" y="5563261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Yes, limited HTML5 functionality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61587AC-C3AC-AA34-64B2-C794FB437B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819" y="1304812"/>
            <a:ext cx="1053303" cy="75032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6" name="object 18">
            <a:extLst>
              <a:ext uri="{FF2B5EF4-FFF2-40B4-BE49-F238E27FC236}">
                <a16:creationId xmlns:a16="http://schemas.microsoft.com/office/drawing/2014/main" id="{F2A52820-D270-64AC-202F-7EC7A4C33D09}"/>
              </a:ext>
            </a:extLst>
          </p:cNvPr>
          <p:cNvSpPr/>
          <p:nvPr/>
        </p:nvSpPr>
        <p:spPr>
          <a:xfrm>
            <a:off x="4602882" y="1643207"/>
            <a:ext cx="608945" cy="406636"/>
          </a:xfrm>
          <a:prstGeom prst="rect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pPr defTabSz="913395">
              <a:buClrTx/>
              <a:defRPr/>
            </a:pPr>
            <a:endParaRPr sz="1798">
              <a:solidFill>
                <a:srgbClr val="ADBECB"/>
              </a:solidFill>
              <a:latin typeface="Arial" pitchFamily="34" charset="0"/>
              <a:ea typeface="ＭＳ Ｐゴシック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D5CC50-234B-144D-7916-A1FF1E1B878A}"/>
              </a:ext>
            </a:extLst>
          </p:cNvPr>
          <p:cNvSpPr txBox="1"/>
          <p:nvPr/>
        </p:nvSpPr>
        <p:spPr>
          <a:xfrm>
            <a:off x="5211825" y="1417616"/>
            <a:ext cx="1292947" cy="566315"/>
          </a:xfrm>
          <a:prstGeom prst="rect">
            <a:avLst/>
          </a:prstGeom>
          <a:noFill/>
        </p:spPr>
        <p:txBody>
          <a:bodyPr wrap="square" lIns="107874" tIns="53937" rIns="107874" bIns="53937" rtlCol="0">
            <a:spAutoFit/>
          </a:bodyPr>
          <a:lstStyle/>
          <a:p>
            <a:pPr defTabSz="913395" fontAlgn="base">
              <a:lnSpc>
                <a:spcPct val="110000"/>
              </a:lnSpc>
              <a:spcAft>
                <a:spcPct val="0"/>
              </a:spcAft>
              <a:buClrTx/>
            </a:pPr>
            <a:r>
              <a:rPr lang="en-US" sz="1398" kern="1200" dirty="0">
                <a:latin typeface="Siemens Sans Black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FIN </a:t>
            </a:r>
            <a:r>
              <a:rPr lang="en-US" altLang="zh-CN" sz="1398" kern="1200" dirty="0">
                <a:latin typeface="Siemens Sans Black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Framework</a:t>
            </a:r>
            <a:endParaRPr lang="en-US" sz="1398" kern="1200" dirty="0">
              <a:latin typeface="Siemens Sans Black" pitchFamily="2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4ADD005-0BAC-A67F-C957-AC4B46512F7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86" b="89858" l="7533" r="90393">
                        <a14:foregroundMark x1="50218" y1="78114" x2="50328" y2="80427"/>
                        <a14:foregroundMark x1="42795" y1="85053" x2="48690" y2="82562"/>
                        <a14:foregroundMark x1="48690" y1="82562" x2="61135" y2="84164"/>
                        <a14:foregroundMark x1="40175" y1="85765" x2="41812" y2="85053"/>
                        <a14:foregroundMark x1="38537" y1="85231" x2="40066" y2="84520"/>
                        <a14:foregroundMark x1="37555" y1="85053" x2="38319" y2="84875"/>
                        <a14:foregroundMark x1="9607" y1="70285" x2="11463" y2="90747"/>
                        <a14:foregroundMark x1="11463" y1="90747" x2="17358" y2="91993"/>
                        <a14:foregroundMark x1="17358" y1="91993" x2="23362" y2="91815"/>
                        <a14:foregroundMark x1="23362" y1="91815" x2="28712" y2="87900"/>
                        <a14:foregroundMark x1="28712" y1="87900" x2="29258" y2="77758"/>
                        <a14:foregroundMark x1="29258" y1="77758" x2="25218" y2="70285"/>
                        <a14:foregroundMark x1="74236" y1="72242" x2="76856" y2="81317"/>
                        <a14:foregroundMark x1="76856" y1="81317" x2="82642" y2="82384"/>
                        <a14:foregroundMark x1="82642" y1="82384" x2="77074" y2="80071"/>
                        <a14:foregroundMark x1="77074" y1="80071" x2="73472" y2="88256"/>
                        <a14:foregroundMark x1="73472" y1="88256" x2="79476" y2="89858"/>
                        <a14:foregroundMark x1="79476" y1="89858" x2="86790" y2="89680"/>
                        <a14:foregroundMark x1="86790" y1="89680" x2="90502" y2="82028"/>
                        <a14:foregroundMark x1="90502" y1="82028" x2="90393" y2="72242"/>
                        <a14:foregroundMark x1="90393" y1="72242" x2="74782" y2="73132"/>
                        <a14:foregroundMark x1="74563" y1="70285" x2="73362" y2="70285"/>
                        <a14:backgroundMark x1="7642" y1="70107" x2="7642" y2="70107"/>
                        <a14:backgroundMark x1="50546" y1="73310" x2="50546" y2="73310"/>
                        <a14:backgroundMark x1="50764" y1="73132" x2="50764" y2="74021"/>
                        <a14:backgroundMark x1="71288" y1="72242" x2="71288" y2="72242"/>
                        <a14:backgroundMark x1="91594" y1="72242" x2="91594" y2="72242"/>
                        <a14:backgroundMark x1="91594" y1="87722" x2="91594" y2="87722"/>
                        <a14:backgroundMark x1="71507" y1="88256" x2="71507" y2="88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574" y="1189223"/>
            <a:ext cx="1479890" cy="9079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B544ECB-A779-A691-2964-B30116F13FFE}"/>
              </a:ext>
            </a:extLst>
          </p:cNvPr>
          <p:cNvSpPr txBox="1"/>
          <p:nvPr/>
        </p:nvSpPr>
        <p:spPr>
          <a:xfrm>
            <a:off x="9288434" y="1529185"/>
            <a:ext cx="1168023" cy="329578"/>
          </a:xfrm>
          <a:prstGeom prst="rect">
            <a:avLst/>
          </a:prstGeom>
          <a:noFill/>
        </p:spPr>
        <p:txBody>
          <a:bodyPr wrap="square" lIns="107874" tIns="53937" rIns="107874" bIns="53937" rtlCol="0">
            <a:spAutoFit/>
          </a:bodyPr>
          <a:lstStyle/>
          <a:p>
            <a:pPr defTabSz="913395" fontAlgn="base">
              <a:lnSpc>
                <a:spcPct val="110000"/>
              </a:lnSpc>
              <a:spcAft>
                <a:spcPct val="0"/>
              </a:spcAft>
              <a:buClrTx/>
            </a:pPr>
            <a:r>
              <a:rPr lang="en-US" sz="1398" kern="1200" dirty="0">
                <a:latin typeface="Siemens Sans Black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Tridium N4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0999AB-D675-08CA-6D02-D306E345C730}"/>
              </a:ext>
            </a:extLst>
          </p:cNvPr>
          <p:cNvSpPr/>
          <p:nvPr/>
        </p:nvSpPr>
        <p:spPr bwMode="auto">
          <a:xfrm>
            <a:off x="1417916" y="5917094"/>
            <a:ext cx="2085198" cy="305225"/>
          </a:xfrm>
          <a:prstGeom prst="rect">
            <a:avLst/>
          </a:prstGeom>
          <a:solidFill>
            <a:srgbClr val="DFD7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8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Remote Notification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AC6EFA-A703-36A3-8749-1D6CCAA11AAD}"/>
              </a:ext>
            </a:extLst>
          </p:cNvPr>
          <p:cNvSpPr/>
          <p:nvPr/>
        </p:nvSpPr>
        <p:spPr bwMode="auto">
          <a:xfrm>
            <a:off x="3713319" y="5938570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 w/ Escalation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49B6E0-728A-B938-1E77-6B6BD28FC7D9}"/>
              </a:ext>
            </a:extLst>
          </p:cNvPr>
          <p:cNvSpPr/>
          <p:nvPr/>
        </p:nvSpPr>
        <p:spPr bwMode="auto">
          <a:xfrm>
            <a:off x="7908479" y="5938570"/>
            <a:ext cx="2661250" cy="28770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2387AA"/>
            </a:solidFill>
          </a:ln>
          <a:effectLst/>
        </p:spPr>
        <p:txBody>
          <a:bodyPr wrap="square" lIns="107874" tIns="53937" rIns="107874" bIns="53937" numCol="1" spcCol="72000" rtlCol="0" anchor="ctr">
            <a:noAutofit/>
          </a:bodyPr>
          <a:lstStyle/>
          <a:p>
            <a:pPr algn="ctr" defTabSz="913395">
              <a:lnSpc>
                <a:spcPct val="110000"/>
              </a:lnSpc>
              <a:spcBef>
                <a:spcPct val="0"/>
              </a:spcBef>
              <a:buClrTx/>
              <a:defRPr/>
            </a:pPr>
            <a:r>
              <a:rPr lang="en-US" sz="1099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Yes w/ escalation</a:t>
            </a:r>
          </a:p>
        </p:txBody>
      </p:sp>
      <p:sp>
        <p:nvSpPr>
          <p:cNvPr id="43" name="Arrow: Left 42">
            <a:extLst>
              <a:ext uri="{FF2B5EF4-FFF2-40B4-BE49-F238E27FC236}">
                <a16:creationId xmlns:a16="http://schemas.microsoft.com/office/drawing/2014/main" id="{E60D389B-3395-7063-9167-30BB07AB8DCB}"/>
              </a:ext>
            </a:extLst>
          </p:cNvPr>
          <p:cNvSpPr/>
          <p:nvPr/>
        </p:nvSpPr>
        <p:spPr>
          <a:xfrm rot="19703548">
            <a:off x="6312070" y="5100519"/>
            <a:ext cx="1414177" cy="384811"/>
          </a:xfrm>
          <a:prstGeom prst="leftArrow">
            <a:avLst/>
          </a:prstGeom>
          <a:solidFill>
            <a:srgbClr val="FED9A1">
              <a:lumMod val="75000"/>
            </a:srgbClr>
          </a:solidFill>
          <a:ln w="25400" cap="flat" cmpd="sng" algn="ctr">
            <a:solidFill>
              <a:srgbClr val="EAEAE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8560" latinLnBrk="1">
              <a:buClrTx/>
              <a:defRPr/>
            </a:pPr>
            <a:r>
              <a:rPr lang="en-US" sz="1399" dirty="0">
                <a:solidFill>
                  <a:prstClr val="black"/>
                </a:solidFill>
                <a:latin typeface="Calibri"/>
                <a:ea typeface="Lato"/>
              </a:rPr>
              <a:t>Tridium Buster</a:t>
            </a:r>
          </a:p>
        </p:txBody>
      </p:sp>
      <p:sp>
        <p:nvSpPr>
          <p:cNvPr id="44" name="Arrow: Left 43">
            <a:extLst>
              <a:ext uri="{FF2B5EF4-FFF2-40B4-BE49-F238E27FC236}">
                <a16:creationId xmlns:a16="http://schemas.microsoft.com/office/drawing/2014/main" id="{199432E0-AE00-8D68-90FD-D7D172126E83}"/>
              </a:ext>
            </a:extLst>
          </p:cNvPr>
          <p:cNvSpPr/>
          <p:nvPr/>
        </p:nvSpPr>
        <p:spPr>
          <a:xfrm rot="19703548">
            <a:off x="6291226" y="4358155"/>
            <a:ext cx="1414177" cy="384811"/>
          </a:xfrm>
          <a:prstGeom prst="leftArrow">
            <a:avLst/>
          </a:prstGeom>
          <a:solidFill>
            <a:srgbClr val="FED9A1">
              <a:lumMod val="75000"/>
            </a:srgbClr>
          </a:solidFill>
          <a:ln w="25400" cap="flat" cmpd="sng" algn="ctr">
            <a:solidFill>
              <a:srgbClr val="EAEAE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8560" latinLnBrk="1">
              <a:buClrTx/>
              <a:defRPr/>
            </a:pPr>
            <a:r>
              <a:rPr lang="en-US" sz="1399" dirty="0">
                <a:solidFill>
                  <a:prstClr val="black"/>
                </a:solidFill>
                <a:latin typeface="Calibri"/>
                <a:ea typeface="Lato"/>
              </a:rPr>
              <a:t>Tridium Buster</a:t>
            </a:r>
          </a:p>
        </p:txBody>
      </p:sp>
      <p:sp>
        <p:nvSpPr>
          <p:cNvPr id="45" name="Arrow: Left 44">
            <a:extLst>
              <a:ext uri="{FF2B5EF4-FFF2-40B4-BE49-F238E27FC236}">
                <a16:creationId xmlns:a16="http://schemas.microsoft.com/office/drawing/2014/main" id="{4B653B82-88C9-864C-D0BD-835E9E843B35}"/>
              </a:ext>
            </a:extLst>
          </p:cNvPr>
          <p:cNvSpPr/>
          <p:nvPr/>
        </p:nvSpPr>
        <p:spPr>
          <a:xfrm rot="19703548">
            <a:off x="6326240" y="4732114"/>
            <a:ext cx="1414177" cy="384811"/>
          </a:xfrm>
          <a:prstGeom prst="leftArrow">
            <a:avLst/>
          </a:prstGeom>
          <a:solidFill>
            <a:srgbClr val="FED9A1">
              <a:lumMod val="75000"/>
            </a:srgbClr>
          </a:solidFill>
          <a:ln w="25400" cap="flat" cmpd="sng" algn="ctr">
            <a:solidFill>
              <a:srgbClr val="EAEAE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8560" latinLnBrk="1">
              <a:buClrTx/>
              <a:defRPr/>
            </a:pPr>
            <a:r>
              <a:rPr lang="en-US" sz="1399" dirty="0">
                <a:solidFill>
                  <a:prstClr val="black"/>
                </a:solidFill>
                <a:latin typeface="Calibri"/>
                <a:ea typeface="Lato"/>
              </a:rPr>
              <a:t>Tridium Buster</a:t>
            </a:r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09AC8C3E-32EE-748B-DA2E-E3EC96F8DD35}"/>
              </a:ext>
            </a:extLst>
          </p:cNvPr>
          <p:cNvSpPr/>
          <p:nvPr/>
        </p:nvSpPr>
        <p:spPr>
          <a:xfrm rot="19703548">
            <a:off x="6311639" y="2456502"/>
            <a:ext cx="1414177" cy="384811"/>
          </a:xfrm>
          <a:prstGeom prst="leftArrow">
            <a:avLst/>
          </a:prstGeom>
          <a:solidFill>
            <a:srgbClr val="FED9A1">
              <a:lumMod val="75000"/>
            </a:srgbClr>
          </a:solidFill>
          <a:ln w="25400" cap="flat" cmpd="sng" algn="ctr">
            <a:solidFill>
              <a:srgbClr val="EAEAE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8560" latinLnBrk="1">
              <a:buClrTx/>
              <a:defRPr/>
            </a:pPr>
            <a:r>
              <a:rPr lang="en-US" sz="1399" dirty="0">
                <a:solidFill>
                  <a:prstClr val="black"/>
                </a:solidFill>
                <a:latin typeface="Calibri"/>
                <a:ea typeface="Lato"/>
              </a:rPr>
              <a:t>Tridium Buster</a:t>
            </a:r>
          </a:p>
        </p:txBody>
      </p:sp>
      <p:sp>
        <p:nvSpPr>
          <p:cNvPr id="47" name="Arrow: Left 46">
            <a:extLst>
              <a:ext uri="{FF2B5EF4-FFF2-40B4-BE49-F238E27FC236}">
                <a16:creationId xmlns:a16="http://schemas.microsoft.com/office/drawing/2014/main" id="{4E9B7E3F-39C5-32A1-3326-704B707D899E}"/>
              </a:ext>
            </a:extLst>
          </p:cNvPr>
          <p:cNvSpPr/>
          <p:nvPr/>
        </p:nvSpPr>
        <p:spPr>
          <a:xfrm rot="19703548">
            <a:off x="6322631" y="2834949"/>
            <a:ext cx="1414177" cy="384811"/>
          </a:xfrm>
          <a:prstGeom prst="leftArrow">
            <a:avLst/>
          </a:prstGeom>
          <a:solidFill>
            <a:srgbClr val="FED9A1">
              <a:lumMod val="75000"/>
            </a:srgbClr>
          </a:solidFill>
          <a:ln w="25400" cap="flat" cmpd="sng" algn="ctr">
            <a:solidFill>
              <a:srgbClr val="EAEAE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8560" latinLnBrk="1">
              <a:buClrTx/>
              <a:defRPr/>
            </a:pPr>
            <a:r>
              <a:rPr lang="en-US" sz="1399" dirty="0">
                <a:solidFill>
                  <a:prstClr val="black"/>
                </a:solidFill>
                <a:latin typeface="Calibri"/>
                <a:ea typeface="Lato"/>
              </a:rPr>
              <a:t>Tridium Buster</a:t>
            </a:r>
          </a:p>
        </p:txBody>
      </p:sp>
    </p:spTree>
    <p:extLst>
      <p:ext uri="{BB962C8B-B14F-4D97-AF65-F5344CB8AC3E}">
        <p14:creationId xmlns:p14="http://schemas.microsoft.com/office/powerpoint/2010/main" val="264703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J2">
      <a:dk1>
        <a:srgbClr val="0E2738"/>
      </a:dk1>
      <a:lt1>
        <a:srgbClr val="FFFFFF"/>
      </a:lt1>
      <a:dk2>
        <a:srgbClr val="0E2738"/>
      </a:dk2>
      <a:lt2>
        <a:srgbClr val="E7E6E6"/>
      </a:lt2>
      <a:accent1>
        <a:srgbClr val="9819F5"/>
      </a:accent1>
      <a:accent2>
        <a:srgbClr val="00EAA5"/>
      </a:accent2>
      <a:accent3>
        <a:srgbClr val="3488B2"/>
      </a:accent3>
      <a:accent4>
        <a:srgbClr val="00CCFF"/>
      </a:accent4>
      <a:accent5>
        <a:srgbClr val="D5A3FA"/>
      </a:accent5>
      <a:accent6>
        <a:srgbClr val="D9D9D9"/>
      </a:accent6>
      <a:hlink>
        <a:srgbClr val="00CCFF"/>
      </a:hlink>
      <a:folHlink>
        <a:srgbClr val="00EA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J2">
      <a:dk1>
        <a:srgbClr val="0E2738"/>
      </a:dk1>
      <a:lt1>
        <a:srgbClr val="FFFFFF"/>
      </a:lt1>
      <a:dk2>
        <a:srgbClr val="0E2738"/>
      </a:dk2>
      <a:lt2>
        <a:srgbClr val="E7E6E6"/>
      </a:lt2>
      <a:accent1>
        <a:srgbClr val="9819F5"/>
      </a:accent1>
      <a:accent2>
        <a:srgbClr val="00EAA5"/>
      </a:accent2>
      <a:accent3>
        <a:srgbClr val="3488B2"/>
      </a:accent3>
      <a:accent4>
        <a:srgbClr val="00CCFF"/>
      </a:accent4>
      <a:accent5>
        <a:srgbClr val="D5A3FA"/>
      </a:accent5>
      <a:accent6>
        <a:srgbClr val="D9D9D9"/>
      </a:accent6>
      <a:hlink>
        <a:srgbClr val="00CCFF"/>
      </a:hlink>
      <a:folHlink>
        <a:srgbClr val="00EA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p4ppTags>
  <Name>Free Content</Name>
  <PpLayout>11</PpLayout>
  <Index>9</Index>
</p4ppTags>
</file>

<file path=customXml/itemProps1.xml><?xml version="1.0" encoding="utf-8"?>
<ds:datastoreItem xmlns:ds="http://schemas.openxmlformats.org/officeDocument/2006/customXml" ds:itemID="{3414C6D2-125A-4799-8088-5D2B601F631E}">
  <ds:schemaRefs/>
</ds:datastoreItem>
</file>

<file path=docMetadata/LabelInfo.xml><?xml version="1.0" encoding="utf-8"?>
<clbl:labelList xmlns:clbl="http://schemas.microsoft.com/office/2020/mipLabelMetadata">
  <clbl:label id="{a59b6cd5-d141-4a33-8bf1-0ca04484304f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Microsoft Office PowerPoint</Application>
  <PresentationFormat>Widescreen</PresentationFormat>
  <Paragraphs>120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 Unicode MS</vt:lpstr>
      <vt:lpstr>Arial</vt:lpstr>
      <vt:lpstr>Calibri</vt:lpstr>
      <vt:lpstr>Manrope</vt:lpstr>
      <vt:lpstr>Manrope Medium</vt:lpstr>
      <vt:lpstr>Manrope SemiBold</vt:lpstr>
      <vt:lpstr>Siemens Sans Black</vt:lpstr>
      <vt:lpstr>Office Theme</vt:lpstr>
      <vt:lpstr>1_Office Theme</vt:lpstr>
      <vt:lpstr>think-cell Slide</vt:lpstr>
      <vt:lpstr>FIN在市场上的比较</vt:lpstr>
      <vt:lpstr>FIN &amp; Competition</vt:lpstr>
      <vt:lpstr>FIN Framework &amp; Tridium N4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market software for simplified building management</dc:title>
  <dc:creator>Nathan Hallam</dc:creator>
  <cp:lastModifiedBy>Dai, Xiao Hui (SI B S PTM DS J2)</cp:lastModifiedBy>
  <cp:revision>52</cp:revision>
  <dcterms:created xsi:type="dcterms:W3CDTF">2021-01-05T10:21:19Z</dcterms:created>
  <dcterms:modified xsi:type="dcterms:W3CDTF">2025-11-07T01:22:43Z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2021-06-09T11:38:27Z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435f54e5-9773-4f98-b8f4-c4eb1e5859b8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</Properties>
</file>